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984B4-30BD-4EFC-98BF-7326F28ED12A}" v="43" dt="2025-03-02T19:27:56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chit Pednekar" userId="c396d736a22a4f87" providerId="LiveId" clId="{231984B4-30BD-4EFC-98BF-7326F28ED12A}"/>
    <pc:docChg chg="undo redo custSel addSld modSld">
      <pc:chgData name="Suchit Pednekar" userId="c396d736a22a4f87" providerId="LiveId" clId="{231984B4-30BD-4EFC-98BF-7326F28ED12A}" dt="2025-03-02T19:30:49.416" v="420" actId="1076"/>
      <pc:docMkLst>
        <pc:docMk/>
      </pc:docMkLst>
      <pc:sldChg chg="addSp delSp modSp new mod">
        <pc:chgData name="Suchit Pednekar" userId="c396d736a22a4f87" providerId="LiveId" clId="{231984B4-30BD-4EFC-98BF-7326F28ED12A}" dt="2025-03-02T19:07:51.360" v="176" actId="1076"/>
        <pc:sldMkLst>
          <pc:docMk/>
          <pc:sldMk cId="4092932469" sldId="256"/>
        </pc:sldMkLst>
        <pc:spChg chg="del">
          <ac:chgData name="Suchit Pednekar" userId="c396d736a22a4f87" providerId="LiveId" clId="{231984B4-30BD-4EFC-98BF-7326F28ED12A}" dt="2025-03-02T18:48:19.459" v="4" actId="478"/>
          <ac:spMkLst>
            <pc:docMk/>
            <pc:sldMk cId="4092932469" sldId="256"/>
            <ac:spMk id="2" creationId="{4052A7F0-1500-3FA8-239E-B7ECAE40EF0D}"/>
          </ac:spMkLst>
        </pc:spChg>
        <pc:spChg chg="del">
          <ac:chgData name="Suchit Pednekar" userId="c396d736a22a4f87" providerId="LiveId" clId="{231984B4-30BD-4EFC-98BF-7326F28ED12A}" dt="2025-03-02T18:48:20.898" v="5" actId="478"/>
          <ac:spMkLst>
            <pc:docMk/>
            <pc:sldMk cId="4092932469" sldId="256"/>
            <ac:spMk id="3" creationId="{4923BA73-8E84-65EE-248D-E17A54705B7E}"/>
          </ac:spMkLst>
        </pc:spChg>
        <pc:spChg chg="add mod">
          <ac:chgData name="Suchit Pednekar" userId="c396d736a22a4f87" providerId="LiveId" clId="{231984B4-30BD-4EFC-98BF-7326F28ED12A}" dt="2025-03-02T19:07:51.360" v="176" actId="1076"/>
          <ac:spMkLst>
            <pc:docMk/>
            <pc:sldMk cId="4092932469" sldId="256"/>
            <ac:spMk id="5" creationId="{F3F68A4E-E653-23A9-21C8-19A7FD93E4FA}"/>
          </ac:spMkLst>
        </pc:spChg>
        <pc:spChg chg="add mod">
          <ac:chgData name="Suchit Pednekar" userId="c396d736a22a4f87" providerId="LiveId" clId="{231984B4-30BD-4EFC-98BF-7326F28ED12A}" dt="2025-03-02T19:07:49.065" v="175" actId="1076"/>
          <ac:spMkLst>
            <pc:docMk/>
            <pc:sldMk cId="4092932469" sldId="256"/>
            <ac:spMk id="6" creationId="{3C1B49DA-D3F3-6E2B-75A5-D68D2D43412A}"/>
          </ac:spMkLst>
        </pc:spChg>
        <pc:picChg chg="add del mod">
          <ac:chgData name="Suchit Pednekar" userId="c396d736a22a4f87" providerId="LiveId" clId="{231984B4-30BD-4EFC-98BF-7326F28ED12A}" dt="2025-03-02T18:49:42.330" v="19" actId="1076"/>
          <ac:picMkLst>
            <pc:docMk/>
            <pc:sldMk cId="4092932469" sldId="256"/>
            <ac:picMk id="4" creationId="{19B92DF4-2715-D0DF-5991-4AB897F298DD}"/>
          </ac:picMkLst>
        </pc:picChg>
      </pc:sldChg>
      <pc:sldChg chg="addSp delSp modSp new mod">
        <pc:chgData name="Suchit Pednekar" userId="c396d736a22a4f87" providerId="LiveId" clId="{231984B4-30BD-4EFC-98BF-7326F28ED12A}" dt="2025-03-02T19:07:30.361" v="171" actId="255"/>
        <pc:sldMkLst>
          <pc:docMk/>
          <pc:sldMk cId="2538931036" sldId="257"/>
        </pc:sldMkLst>
        <pc:spChg chg="del">
          <ac:chgData name="Suchit Pednekar" userId="c396d736a22a4f87" providerId="LiveId" clId="{231984B4-30BD-4EFC-98BF-7326F28ED12A}" dt="2025-03-02T18:49:53.319" v="22" actId="478"/>
          <ac:spMkLst>
            <pc:docMk/>
            <pc:sldMk cId="2538931036" sldId="257"/>
            <ac:spMk id="2" creationId="{B943C946-6307-B858-5B44-AE0E2F5FDA83}"/>
          </ac:spMkLst>
        </pc:spChg>
        <pc:spChg chg="del">
          <ac:chgData name="Suchit Pednekar" userId="c396d736a22a4f87" providerId="LiveId" clId="{231984B4-30BD-4EFC-98BF-7326F28ED12A}" dt="2025-03-02T18:49:50.582" v="21" actId="478"/>
          <ac:spMkLst>
            <pc:docMk/>
            <pc:sldMk cId="2538931036" sldId="257"/>
            <ac:spMk id="3" creationId="{97A01988-443D-D1A0-EA5D-1099929DC091}"/>
          </ac:spMkLst>
        </pc:spChg>
        <pc:spChg chg="add mod">
          <ac:chgData name="Suchit Pednekar" userId="c396d736a22a4f87" providerId="LiveId" clId="{231984B4-30BD-4EFC-98BF-7326F28ED12A}" dt="2025-03-02T19:07:30.361" v="171" actId="255"/>
          <ac:spMkLst>
            <pc:docMk/>
            <pc:sldMk cId="2538931036" sldId="257"/>
            <ac:spMk id="4" creationId="{4BCA166D-132D-E4B6-7980-8C12E92A80D9}"/>
          </ac:spMkLst>
        </pc:spChg>
        <pc:spChg chg="add mod">
          <ac:chgData name="Suchit Pednekar" userId="c396d736a22a4f87" providerId="LiveId" clId="{231984B4-30BD-4EFC-98BF-7326F28ED12A}" dt="2025-03-02T18:51:36.957" v="40" actId="1076"/>
          <ac:spMkLst>
            <pc:docMk/>
            <pc:sldMk cId="2538931036" sldId="257"/>
            <ac:spMk id="5" creationId="{FA1A5C36-6681-4F2B-4B6D-E267FE00B695}"/>
          </ac:spMkLst>
        </pc:spChg>
        <pc:spChg chg="add mod">
          <ac:chgData name="Suchit Pednekar" userId="c396d736a22a4f87" providerId="LiveId" clId="{231984B4-30BD-4EFC-98BF-7326F28ED12A}" dt="2025-03-02T18:51:36.957" v="40" actId="1076"/>
          <ac:spMkLst>
            <pc:docMk/>
            <pc:sldMk cId="2538931036" sldId="257"/>
            <ac:spMk id="6" creationId="{FD2D21AC-6A15-9F50-9221-2EEF3DAEED34}"/>
          </ac:spMkLst>
        </pc:spChg>
        <pc:spChg chg="add mod">
          <ac:chgData name="Suchit Pednekar" userId="c396d736a22a4f87" providerId="LiveId" clId="{231984B4-30BD-4EFC-98BF-7326F28ED12A}" dt="2025-03-02T18:51:56.632" v="43" actId="1076"/>
          <ac:spMkLst>
            <pc:docMk/>
            <pc:sldMk cId="2538931036" sldId="257"/>
            <ac:spMk id="7" creationId="{D247331F-2D26-499D-2E51-47114F512F33}"/>
          </ac:spMkLst>
        </pc:spChg>
        <pc:spChg chg="add mod">
          <ac:chgData name="Suchit Pednekar" userId="c396d736a22a4f87" providerId="LiveId" clId="{231984B4-30BD-4EFC-98BF-7326F28ED12A}" dt="2025-03-02T18:51:36.957" v="40" actId="1076"/>
          <ac:spMkLst>
            <pc:docMk/>
            <pc:sldMk cId="2538931036" sldId="257"/>
            <ac:spMk id="8" creationId="{AFDDB9A0-BAE0-F878-84D0-0E67CDEA2E6A}"/>
          </ac:spMkLst>
        </pc:spChg>
        <pc:spChg chg="add mod">
          <ac:chgData name="Suchit Pednekar" userId="c396d736a22a4f87" providerId="LiveId" clId="{231984B4-30BD-4EFC-98BF-7326F28ED12A}" dt="2025-03-02T18:51:52.174" v="42" actId="1076"/>
          <ac:spMkLst>
            <pc:docMk/>
            <pc:sldMk cId="2538931036" sldId="257"/>
            <ac:spMk id="9" creationId="{4E87009E-C6E9-9BF5-5A4F-84858D519CAA}"/>
          </ac:spMkLst>
        </pc:spChg>
        <pc:spChg chg="add mod">
          <ac:chgData name="Suchit Pednekar" userId="c396d736a22a4f87" providerId="LiveId" clId="{231984B4-30BD-4EFC-98BF-7326F28ED12A}" dt="2025-03-02T18:51:49.109" v="41" actId="1076"/>
          <ac:spMkLst>
            <pc:docMk/>
            <pc:sldMk cId="2538931036" sldId="257"/>
            <ac:spMk id="10" creationId="{A575D3C7-53E2-9E11-BF4A-1C0EE3DC9EAA}"/>
          </ac:spMkLst>
        </pc:spChg>
        <pc:spChg chg="add mod">
          <ac:chgData name="Suchit Pednekar" userId="c396d736a22a4f87" providerId="LiveId" clId="{231984B4-30BD-4EFC-98BF-7326F28ED12A}" dt="2025-03-02T18:51:25.446" v="38" actId="14100"/>
          <ac:spMkLst>
            <pc:docMk/>
            <pc:sldMk cId="2538931036" sldId="257"/>
            <ac:spMk id="11" creationId="{11B823ED-B4C7-6F87-9456-9B73EDA5E1E6}"/>
          </ac:spMkLst>
        </pc:spChg>
      </pc:sldChg>
      <pc:sldChg chg="addSp delSp modSp new mod">
        <pc:chgData name="Suchit Pednekar" userId="c396d736a22a4f87" providerId="LiveId" clId="{231984B4-30BD-4EFC-98BF-7326F28ED12A}" dt="2025-03-02T19:07:25.391" v="170" actId="255"/>
        <pc:sldMkLst>
          <pc:docMk/>
          <pc:sldMk cId="199781111" sldId="258"/>
        </pc:sldMkLst>
        <pc:spChg chg="del">
          <ac:chgData name="Suchit Pednekar" userId="c396d736a22a4f87" providerId="LiveId" clId="{231984B4-30BD-4EFC-98BF-7326F28ED12A}" dt="2025-03-02T18:52:09.959" v="46" actId="478"/>
          <ac:spMkLst>
            <pc:docMk/>
            <pc:sldMk cId="199781111" sldId="258"/>
            <ac:spMk id="2" creationId="{1FC3F71D-816E-2E6C-B802-47B69F661A2C}"/>
          </ac:spMkLst>
        </pc:spChg>
        <pc:spChg chg="del">
          <ac:chgData name="Suchit Pednekar" userId="c396d736a22a4f87" providerId="LiveId" clId="{231984B4-30BD-4EFC-98BF-7326F28ED12A}" dt="2025-03-02T18:52:07.605" v="45" actId="478"/>
          <ac:spMkLst>
            <pc:docMk/>
            <pc:sldMk cId="199781111" sldId="258"/>
            <ac:spMk id="3" creationId="{DE5EB8D4-8BBF-4385-1EE8-8FC3C433F528}"/>
          </ac:spMkLst>
        </pc:spChg>
        <pc:spChg chg="add mod">
          <ac:chgData name="Suchit Pednekar" userId="c396d736a22a4f87" providerId="LiveId" clId="{231984B4-30BD-4EFC-98BF-7326F28ED12A}" dt="2025-03-02T19:07:25.391" v="170" actId="255"/>
          <ac:spMkLst>
            <pc:docMk/>
            <pc:sldMk cId="199781111" sldId="258"/>
            <ac:spMk id="4" creationId="{1228CCFF-A415-FFD6-F1D4-9DEDD2AFB3E8}"/>
          </ac:spMkLst>
        </pc:spChg>
        <pc:spChg chg="add mod">
          <ac:chgData name="Suchit Pednekar" userId="c396d736a22a4f87" providerId="LiveId" clId="{231984B4-30BD-4EFC-98BF-7326F28ED12A}" dt="2025-03-02T18:57:30.050" v="93" actId="13822"/>
          <ac:spMkLst>
            <pc:docMk/>
            <pc:sldMk cId="199781111" sldId="258"/>
            <ac:spMk id="5" creationId="{45937044-D4A5-0472-DE00-5679DDC10637}"/>
          </ac:spMkLst>
        </pc:spChg>
        <pc:spChg chg="mod">
          <ac:chgData name="Suchit Pednekar" userId="c396d736a22a4f87" providerId="LiveId" clId="{231984B4-30BD-4EFC-98BF-7326F28ED12A}" dt="2025-03-02T18:54:30.746" v="68" actId="1076"/>
          <ac:spMkLst>
            <pc:docMk/>
            <pc:sldMk cId="199781111" sldId="258"/>
            <ac:spMk id="6" creationId="{E6B94235-940E-8A2C-C291-38FD58B05F94}"/>
          </ac:spMkLst>
        </pc:spChg>
        <pc:spChg chg="add mod">
          <ac:chgData name="Suchit Pednekar" userId="c396d736a22a4f87" providerId="LiveId" clId="{231984B4-30BD-4EFC-98BF-7326F28ED12A}" dt="2025-03-02T18:54:30.746" v="68" actId="1076"/>
          <ac:spMkLst>
            <pc:docMk/>
            <pc:sldMk cId="199781111" sldId="258"/>
            <ac:spMk id="7" creationId="{5DAF53A0-021F-170B-0ED3-E1DF707BBE49}"/>
          </ac:spMkLst>
        </pc:spChg>
        <pc:spChg chg="mod">
          <ac:chgData name="Suchit Pednekar" userId="c396d736a22a4f87" providerId="LiveId" clId="{231984B4-30BD-4EFC-98BF-7326F28ED12A}" dt="2025-03-02T18:54:33.234" v="69" actId="1076"/>
          <ac:spMkLst>
            <pc:docMk/>
            <pc:sldMk cId="199781111" sldId="258"/>
            <ac:spMk id="8" creationId="{D4865D28-2DDC-DF36-E3AB-5146BFE8B54C}"/>
          </ac:spMkLst>
        </pc:spChg>
        <pc:spChg chg="add mod">
          <ac:chgData name="Suchit Pednekar" userId="c396d736a22a4f87" providerId="LiveId" clId="{231984B4-30BD-4EFC-98BF-7326F28ED12A}" dt="2025-03-02T18:57:35.610" v="94" actId="13822"/>
          <ac:spMkLst>
            <pc:docMk/>
            <pc:sldMk cId="199781111" sldId="258"/>
            <ac:spMk id="9" creationId="{7B3D7990-055C-3FA2-B64F-5CDD4EE21B77}"/>
          </ac:spMkLst>
        </pc:spChg>
        <pc:spChg chg="add mod">
          <ac:chgData name="Suchit Pednekar" userId="c396d736a22a4f87" providerId="LiveId" clId="{231984B4-30BD-4EFC-98BF-7326F28ED12A}" dt="2025-03-02T18:55:29.033" v="80" actId="1076"/>
          <ac:spMkLst>
            <pc:docMk/>
            <pc:sldMk cId="199781111" sldId="258"/>
            <ac:spMk id="10" creationId="{5E276737-4EC5-8B76-17A3-6C55F3DD88BC}"/>
          </ac:spMkLst>
        </pc:spChg>
        <pc:spChg chg="mod">
          <ac:chgData name="Suchit Pednekar" userId="c396d736a22a4f87" providerId="LiveId" clId="{231984B4-30BD-4EFC-98BF-7326F28ED12A}" dt="2025-03-02T18:55:11.476" v="76" actId="1076"/>
          <ac:spMkLst>
            <pc:docMk/>
            <pc:sldMk cId="199781111" sldId="258"/>
            <ac:spMk id="11" creationId="{30E2BFE1-6A8E-DB47-1549-4B2B9DD14B84}"/>
          </ac:spMkLst>
        </pc:spChg>
        <pc:spChg chg="add mod">
          <ac:chgData name="Suchit Pednekar" userId="c396d736a22a4f87" providerId="LiveId" clId="{231984B4-30BD-4EFC-98BF-7326F28ED12A}" dt="2025-03-02T18:55:17.187" v="77" actId="1076"/>
          <ac:spMkLst>
            <pc:docMk/>
            <pc:sldMk cId="199781111" sldId="258"/>
            <ac:spMk id="12" creationId="{E938377F-8863-90DD-EFDE-BB073D7A631C}"/>
          </ac:spMkLst>
        </pc:spChg>
        <pc:spChg chg="add mod">
          <ac:chgData name="Suchit Pednekar" userId="c396d736a22a4f87" providerId="LiveId" clId="{231984B4-30BD-4EFC-98BF-7326F28ED12A}" dt="2025-03-02T18:57:39.890" v="95" actId="13822"/>
          <ac:spMkLst>
            <pc:docMk/>
            <pc:sldMk cId="199781111" sldId="258"/>
            <ac:spMk id="13" creationId="{2B0B8C72-60B5-49A7-7387-361ADC9622F6}"/>
          </ac:spMkLst>
        </pc:spChg>
        <pc:spChg chg="mod">
          <ac:chgData name="Suchit Pednekar" userId="c396d736a22a4f87" providerId="LiveId" clId="{231984B4-30BD-4EFC-98BF-7326F28ED12A}" dt="2025-03-02T18:55:42.423" v="81" actId="1076"/>
          <ac:spMkLst>
            <pc:docMk/>
            <pc:sldMk cId="199781111" sldId="258"/>
            <ac:spMk id="14" creationId="{73028EE8-8755-44A8-104E-D31E32DA594E}"/>
          </ac:spMkLst>
        </pc:spChg>
        <pc:spChg chg="add mod">
          <ac:chgData name="Suchit Pednekar" userId="c396d736a22a4f87" providerId="LiveId" clId="{231984B4-30BD-4EFC-98BF-7326F28ED12A}" dt="2025-03-02T18:56:22.692" v="87" actId="1076"/>
          <ac:spMkLst>
            <pc:docMk/>
            <pc:sldMk cId="199781111" sldId="258"/>
            <ac:spMk id="15" creationId="{A839C0B6-6C20-1807-335A-3672F1A24911}"/>
          </ac:spMkLst>
        </pc:spChg>
        <pc:spChg chg="add mod">
          <ac:chgData name="Suchit Pednekar" userId="c396d736a22a4f87" providerId="LiveId" clId="{231984B4-30BD-4EFC-98BF-7326F28ED12A}" dt="2025-03-02T18:56:26.380" v="88" actId="1076"/>
          <ac:spMkLst>
            <pc:docMk/>
            <pc:sldMk cId="199781111" sldId="258"/>
            <ac:spMk id="16" creationId="{6E185A07-25E4-BD75-C236-54728D91AB67}"/>
          </ac:spMkLst>
        </pc:spChg>
        <pc:spChg chg="add mod">
          <ac:chgData name="Suchit Pednekar" userId="c396d736a22a4f87" providerId="LiveId" clId="{231984B4-30BD-4EFC-98BF-7326F28ED12A}" dt="2025-03-02T18:57:44.657" v="96" actId="13822"/>
          <ac:spMkLst>
            <pc:docMk/>
            <pc:sldMk cId="199781111" sldId="258"/>
            <ac:spMk id="17" creationId="{2362B246-B67A-0F84-12F6-B55D454F2AB5}"/>
          </ac:spMkLst>
        </pc:spChg>
        <pc:spChg chg="mod">
          <ac:chgData name="Suchit Pednekar" userId="c396d736a22a4f87" providerId="LiveId" clId="{231984B4-30BD-4EFC-98BF-7326F28ED12A}" dt="2025-03-02T18:56:51.741" v="89" actId="1076"/>
          <ac:spMkLst>
            <pc:docMk/>
            <pc:sldMk cId="199781111" sldId="258"/>
            <ac:spMk id="18" creationId="{B01EB09A-B014-ADF3-F5B5-1CE74CC8978F}"/>
          </ac:spMkLst>
        </pc:spChg>
        <pc:spChg chg="mod">
          <ac:chgData name="Suchit Pednekar" userId="c396d736a22a4f87" providerId="LiveId" clId="{231984B4-30BD-4EFC-98BF-7326F28ED12A}" dt="2025-03-02T18:56:55.502" v="90" actId="1076"/>
          <ac:spMkLst>
            <pc:docMk/>
            <pc:sldMk cId="199781111" sldId="258"/>
            <ac:spMk id="19" creationId="{709033A5-8B76-072D-C98A-FA0B7A4A0F27}"/>
          </ac:spMkLst>
        </pc:spChg>
        <pc:spChg chg="mod">
          <ac:chgData name="Suchit Pednekar" userId="c396d736a22a4f87" providerId="LiveId" clId="{231984B4-30BD-4EFC-98BF-7326F28ED12A}" dt="2025-03-02T18:56:59.677" v="91" actId="1076"/>
          <ac:spMkLst>
            <pc:docMk/>
            <pc:sldMk cId="199781111" sldId="258"/>
            <ac:spMk id="20" creationId="{B09E8351-30A6-C39A-C361-B439261924B5}"/>
          </ac:spMkLst>
        </pc:spChg>
        <pc:spChg chg="add mod">
          <ac:chgData name="Suchit Pednekar" userId="c396d736a22a4f87" providerId="LiveId" clId="{231984B4-30BD-4EFC-98BF-7326F28ED12A}" dt="2025-03-02T18:58:05.821" v="97" actId="14100"/>
          <ac:spMkLst>
            <pc:docMk/>
            <pc:sldMk cId="199781111" sldId="258"/>
            <ac:spMk id="22" creationId="{B30D4FDC-D780-95CB-DA97-403C659AE170}"/>
          </ac:spMkLst>
        </pc:spChg>
        <pc:picChg chg="add mod">
          <ac:chgData name="Suchit Pednekar" userId="c396d736a22a4f87" providerId="LiveId" clId="{231984B4-30BD-4EFC-98BF-7326F28ED12A}" dt="2025-03-02T18:52:50.774" v="51" actId="14100"/>
          <ac:picMkLst>
            <pc:docMk/>
            <pc:sldMk cId="199781111" sldId="258"/>
            <ac:picMk id="21" creationId="{9DC816A3-0662-C3F7-A2CB-2C2611E473F2}"/>
          </ac:picMkLst>
        </pc:picChg>
      </pc:sldChg>
      <pc:sldChg chg="addSp delSp modSp new mod">
        <pc:chgData name="Suchit Pednekar" userId="c396d736a22a4f87" providerId="LiveId" clId="{231984B4-30BD-4EFC-98BF-7326F28ED12A}" dt="2025-03-02T19:07:20.074" v="169" actId="255"/>
        <pc:sldMkLst>
          <pc:docMk/>
          <pc:sldMk cId="3504086623" sldId="259"/>
        </pc:sldMkLst>
        <pc:spChg chg="del">
          <ac:chgData name="Suchit Pednekar" userId="c396d736a22a4f87" providerId="LiveId" clId="{231984B4-30BD-4EFC-98BF-7326F28ED12A}" dt="2025-03-02T18:58:18.654" v="100" actId="478"/>
          <ac:spMkLst>
            <pc:docMk/>
            <pc:sldMk cId="3504086623" sldId="259"/>
            <ac:spMk id="2" creationId="{4FFCAD02-C1B9-0F24-5F36-C45CBEE59599}"/>
          </ac:spMkLst>
        </pc:spChg>
        <pc:spChg chg="del">
          <ac:chgData name="Suchit Pednekar" userId="c396d736a22a4f87" providerId="LiveId" clId="{231984B4-30BD-4EFC-98BF-7326F28ED12A}" dt="2025-03-02T18:58:17.630" v="99" actId="478"/>
          <ac:spMkLst>
            <pc:docMk/>
            <pc:sldMk cId="3504086623" sldId="259"/>
            <ac:spMk id="3" creationId="{47E0648C-BD4E-93B8-5A4E-EDFCF23C0E9D}"/>
          </ac:spMkLst>
        </pc:spChg>
        <pc:spChg chg="add mod">
          <ac:chgData name="Suchit Pednekar" userId="c396d736a22a4f87" providerId="LiveId" clId="{231984B4-30BD-4EFC-98BF-7326F28ED12A}" dt="2025-03-02T19:07:20.074" v="169" actId="255"/>
          <ac:spMkLst>
            <pc:docMk/>
            <pc:sldMk cId="3504086623" sldId="259"/>
            <ac:spMk id="5" creationId="{01CEBC98-C20D-CCDF-2C5F-FFBDF32C6B78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7" creationId="{E97247A4-409F-84AD-3899-63B23991095C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8" creationId="{237E42E4-A2FB-7591-D66F-2F3216E9CA37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10" creationId="{F9B1E066-F977-A527-9CE2-FDC323BD6960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11" creationId="{227FBEE2-12D8-0376-B6AC-8A2E293B96F9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13" creationId="{2EA2A884-57BE-CAA7-D5B6-FA146A417EF3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14" creationId="{87A6B333-B45B-86CB-BE5D-E6E355CB0EE5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16" creationId="{61D59CB8-B2AF-AD6D-AF12-1827940D12C0}"/>
          </ac:spMkLst>
        </pc:spChg>
        <pc:spChg chg="add mod">
          <ac:chgData name="Suchit Pednekar" userId="c396d736a22a4f87" providerId="LiveId" clId="{231984B4-30BD-4EFC-98BF-7326F28ED12A}" dt="2025-03-02T19:01:56.219" v="142" actId="1076"/>
          <ac:spMkLst>
            <pc:docMk/>
            <pc:sldMk cId="3504086623" sldId="259"/>
            <ac:spMk id="17" creationId="{C4076C1E-E3B6-86BA-748A-37DF613BD3B6}"/>
          </ac:spMkLst>
        </pc:spChg>
        <pc:spChg chg="add mod">
          <ac:chgData name="Suchit Pednekar" userId="c396d736a22a4f87" providerId="LiveId" clId="{231984B4-30BD-4EFC-98BF-7326F28ED12A}" dt="2025-03-02T19:02:10.308" v="145" actId="255"/>
          <ac:spMkLst>
            <pc:docMk/>
            <pc:sldMk cId="3504086623" sldId="259"/>
            <ac:spMk id="18" creationId="{172EC53D-CD7F-25AD-BA65-00AC197CB894}"/>
          </ac:spMkLst>
        </pc:spChg>
        <pc:picChg chg="add mod">
          <ac:chgData name="Suchit Pednekar" userId="c396d736a22a4f87" providerId="LiveId" clId="{231984B4-30BD-4EFC-98BF-7326F28ED12A}" dt="2025-03-02T18:58:48.872" v="111" actId="14100"/>
          <ac:picMkLst>
            <pc:docMk/>
            <pc:sldMk cId="3504086623" sldId="259"/>
            <ac:picMk id="4" creationId="{94FB07DD-73CC-53EF-EAC2-C972F0720786}"/>
          </ac:picMkLst>
        </pc:picChg>
        <pc:picChg chg="mod">
          <ac:chgData name="Suchit Pednekar" userId="c396d736a22a4f87" providerId="LiveId" clId="{231984B4-30BD-4EFC-98BF-7326F28ED12A}" dt="2025-03-02T19:01:34.500" v="140" actId="1076"/>
          <ac:picMkLst>
            <pc:docMk/>
            <pc:sldMk cId="3504086623" sldId="259"/>
            <ac:picMk id="6" creationId="{5CC93D56-CA22-94FD-FD84-0E06D4144B3E}"/>
          </ac:picMkLst>
        </pc:picChg>
        <pc:picChg chg="add mod">
          <ac:chgData name="Suchit Pednekar" userId="c396d736a22a4f87" providerId="LiveId" clId="{231984B4-30BD-4EFC-98BF-7326F28ED12A}" dt="2025-03-02T19:01:56.219" v="142" actId="1076"/>
          <ac:picMkLst>
            <pc:docMk/>
            <pc:sldMk cId="3504086623" sldId="259"/>
            <ac:picMk id="9" creationId="{F15E168D-3C1D-5B9A-B801-35DC7052BF82}"/>
          </ac:picMkLst>
        </pc:picChg>
        <pc:picChg chg="add mod">
          <ac:chgData name="Suchit Pednekar" userId="c396d736a22a4f87" providerId="LiveId" clId="{231984B4-30BD-4EFC-98BF-7326F28ED12A}" dt="2025-03-02T19:01:56.219" v="142" actId="1076"/>
          <ac:picMkLst>
            <pc:docMk/>
            <pc:sldMk cId="3504086623" sldId="259"/>
            <ac:picMk id="12" creationId="{1C7080BB-76CA-36C2-2669-5DB779445544}"/>
          </ac:picMkLst>
        </pc:picChg>
        <pc:picChg chg="mod">
          <ac:chgData name="Suchit Pednekar" userId="c396d736a22a4f87" providerId="LiveId" clId="{231984B4-30BD-4EFC-98BF-7326F28ED12A}" dt="2025-03-02T19:01:34.500" v="140" actId="1076"/>
          <ac:picMkLst>
            <pc:docMk/>
            <pc:sldMk cId="3504086623" sldId="259"/>
            <ac:picMk id="15" creationId="{5B632EBD-B01D-FB39-3455-92012FDE9FA6}"/>
          </ac:picMkLst>
        </pc:picChg>
      </pc:sldChg>
      <pc:sldChg chg="addSp delSp modSp new mod">
        <pc:chgData name="Suchit Pednekar" userId="c396d736a22a4f87" providerId="LiveId" clId="{231984B4-30BD-4EFC-98BF-7326F28ED12A}" dt="2025-03-02T19:07:11.488" v="168" actId="255"/>
        <pc:sldMkLst>
          <pc:docMk/>
          <pc:sldMk cId="2252221120" sldId="260"/>
        </pc:sldMkLst>
        <pc:spChg chg="del">
          <ac:chgData name="Suchit Pednekar" userId="c396d736a22a4f87" providerId="LiveId" clId="{231984B4-30BD-4EFC-98BF-7326F28ED12A}" dt="2025-03-02T19:02:32.900" v="148" actId="478"/>
          <ac:spMkLst>
            <pc:docMk/>
            <pc:sldMk cId="2252221120" sldId="260"/>
            <ac:spMk id="2" creationId="{12719B9D-ECED-AA05-2135-9CA1DE90297D}"/>
          </ac:spMkLst>
        </pc:spChg>
        <pc:spChg chg="del">
          <ac:chgData name="Suchit Pednekar" userId="c396d736a22a4f87" providerId="LiveId" clId="{231984B4-30BD-4EFC-98BF-7326F28ED12A}" dt="2025-03-02T19:02:31.003" v="147" actId="478"/>
          <ac:spMkLst>
            <pc:docMk/>
            <pc:sldMk cId="2252221120" sldId="260"/>
            <ac:spMk id="3" creationId="{33E0D518-F797-86AD-FD36-5954FF5675B3}"/>
          </ac:spMkLst>
        </pc:spChg>
        <pc:spChg chg="add mod">
          <ac:chgData name="Suchit Pednekar" userId="c396d736a22a4f87" providerId="LiveId" clId="{231984B4-30BD-4EFC-98BF-7326F28ED12A}" dt="2025-03-02T19:07:11.488" v="168" actId="255"/>
          <ac:spMkLst>
            <pc:docMk/>
            <pc:sldMk cId="2252221120" sldId="260"/>
            <ac:spMk id="5" creationId="{AAAC3042-7916-81DE-94D9-57B482FE23FF}"/>
          </ac:spMkLst>
        </pc:spChg>
        <pc:spChg chg="add mod">
          <ac:chgData name="Suchit Pednekar" userId="c396d736a22a4f87" providerId="LiveId" clId="{231984B4-30BD-4EFC-98BF-7326F28ED12A}" dt="2025-03-02T19:06:23.467" v="159" actId="255"/>
          <ac:spMkLst>
            <pc:docMk/>
            <pc:sldMk cId="2252221120" sldId="260"/>
            <ac:spMk id="7" creationId="{479B9DD1-DE06-2FB2-28B3-109844176567}"/>
          </ac:spMkLst>
        </pc:spChg>
        <pc:spChg chg="add mod">
          <ac:chgData name="Suchit Pednekar" userId="c396d736a22a4f87" providerId="LiveId" clId="{231984B4-30BD-4EFC-98BF-7326F28ED12A}" dt="2025-03-02T19:06:29.134" v="160" actId="255"/>
          <ac:spMkLst>
            <pc:docMk/>
            <pc:sldMk cId="2252221120" sldId="260"/>
            <ac:spMk id="8" creationId="{3497CE0C-FB41-32C2-6AC1-13D9651DFF9F}"/>
          </ac:spMkLst>
        </pc:spChg>
        <pc:spChg chg="add mod">
          <ac:chgData name="Suchit Pednekar" userId="c396d736a22a4f87" providerId="LiveId" clId="{231984B4-30BD-4EFC-98BF-7326F28ED12A}" dt="2025-03-02T19:06:35.349" v="161" actId="255"/>
          <ac:spMkLst>
            <pc:docMk/>
            <pc:sldMk cId="2252221120" sldId="260"/>
            <ac:spMk id="10" creationId="{7BEEABC7-4B91-057A-190F-CC42CB2CEF9D}"/>
          </ac:spMkLst>
        </pc:spChg>
        <pc:spChg chg="add mod">
          <ac:chgData name="Suchit Pednekar" userId="c396d736a22a4f87" providerId="LiveId" clId="{231984B4-30BD-4EFC-98BF-7326F28ED12A}" dt="2025-03-02T19:06:40.397" v="162" actId="255"/>
          <ac:spMkLst>
            <pc:docMk/>
            <pc:sldMk cId="2252221120" sldId="260"/>
            <ac:spMk id="11" creationId="{9DD068C4-7891-B772-BCF3-59DC806D66E9}"/>
          </ac:spMkLst>
        </pc:spChg>
        <pc:spChg chg="add mod">
          <ac:chgData name="Suchit Pednekar" userId="c396d736a22a4f87" providerId="LiveId" clId="{231984B4-30BD-4EFC-98BF-7326F28ED12A}" dt="2025-03-02T19:06:47.104" v="163" actId="255"/>
          <ac:spMkLst>
            <pc:docMk/>
            <pc:sldMk cId="2252221120" sldId="260"/>
            <ac:spMk id="13" creationId="{E6262E68-3F7C-928B-001B-3D11CF4E2338}"/>
          </ac:spMkLst>
        </pc:spChg>
        <pc:spChg chg="add mod">
          <ac:chgData name="Suchit Pednekar" userId="c396d736a22a4f87" providerId="LiveId" clId="{231984B4-30BD-4EFC-98BF-7326F28ED12A}" dt="2025-03-02T19:06:51.552" v="164" actId="255"/>
          <ac:spMkLst>
            <pc:docMk/>
            <pc:sldMk cId="2252221120" sldId="260"/>
            <ac:spMk id="14" creationId="{C5CF7795-AB9E-FFCC-97EC-DBD125CF212B}"/>
          </ac:spMkLst>
        </pc:spChg>
        <pc:spChg chg="add mod">
          <ac:chgData name="Suchit Pednekar" userId="c396d736a22a4f87" providerId="LiveId" clId="{231984B4-30BD-4EFC-98BF-7326F28ED12A}" dt="2025-03-02T19:07:03.746" v="167" actId="14100"/>
          <ac:spMkLst>
            <pc:docMk/>
            <pc:sldMk cId="2252221120" sldId="260"/>
            <ac:spMk id="15" creationId="{4E8B2927-DD22-EC88-755B-44F6D0717356}"/>
          </ac:spMkLst>
        </pc:spChg>
        <pc:picChg chg="add mod">
          <ac:chgData name="Suchit Pednekar" userId="c396d736a22a4f87" providerId="LiveId" clId="{231984B4-30BD-4EFC-98BF-7326F28ED12A}" dt="2025-03-02T19:05:18.968" v="150" actId="14100"/>
          <ac:picMkLst>
            <pc:docMk/>
            <pc:sldMk cId="2252221120" sldId="260"/>
            <ac:picMk id="4" creationId="{B28CC2C2-D4E9-6F52-7A03-D9EDBF234A60}"/>
          </ac:picMkLst>
        </pc:picChg>
        <pc:picChg chg="add mod">
          <ac:chgData name="Suchit Pednekar" userId="c396d736a22a4f87" providerId="LiveId" clId="{231984B4-30BD-4EFC-98BF-7326F28ED12A}" dt="2025-03-02T19:06:01.686" v="155" actId="1076"/>
          <ac:picMkLst>
            <pc:docMk/>
            <pc:sldMk cId="2252221120" sldId="260"/>
            <ac:picMk id="6" creationId="{C3A03410-E568-C9BA-42AC-95B6156DCF8C}"/>
          </ac:picMkLst>
        </pc:picChg>
        <pc:picChg chg="add mod">
          <ac:chgData name="Suchit Pednekar" userId="c396d736a22a4f87" providerId="LiveId" clId="{231984B4-30BD-4EFC-98BF-7326F28ED12A}" dt="2025-03-02T19:06:01.686" v="155" actId="1076"/>
          <ac:picMkLst>
            <pc:docMk/>
            <pc:sldMk cId="2252221120" sldId="260"/>
            <ac:picMk id="9" creationId="{3065ADD3-556E-C60D-89B6-F3AC58C30B15}"/>
          </ac:picMkLst>
        </pc:picChg>
        <pc:picChg chg="mod">
          <ac:chgData name="Suchit Pednekar" userId="c396d736a22a4f87" providerId="LiveId" clId="{231984B4-30BD-4EFC-98BF-7326F28ED12A}" dt="2025-03-02T19:06:01.686" v="155" actId="1076"/>
          <ac:picMkLst>
            <pc:docMk/>
            <pc:sldMk cId="2252221120" sldId="260"/>
            <ac:picMk id="12" creationId="{A82F9F65-BE4C-9CA7-BD29-8ACCA51CA009}"/>
          </ac:picMkLst>
        </pc:picChg>
      </pc:sldChg>
      <pc:sldChg chg="addSp delSp modSp new mod">
        <pc:chgData name="Suchit Pednekar" userId="c396d736a22a4f87" providerId="LiveId" clId="{231984B4-30BD-4EFC-98BF-7326F28ED12A}" dt="2025-03-02T19:16:13.599" v="234" actId="255"/>
        <pc:sldMkLst>
          <pc:docMk/>
          <pc:sldMk cId="2725700766" sldId="261"/>
        </pc:sldMkLst>
        <pc:spChg chg="del">
          <ac:chgData name="Suchit Pednekar" userId="c396d736a22a4f87" providerId="LiveId" clId="{231984B4-30BD-4EFC-98BF-7326F28ED12A}" dt="2025-03-02T19:08:01.126" v="179" actId="478"/>
          <ac:spMkLst>
            <pc:docMk/>
            <pc:sldMk cId="2725700766" sldId="261"/>
            <ac:spMk id="2" creationId="{7A7B35CF-3DC9-40B3-618B-CA06DD91526A}"/>
          </ac:spMkLst>
        </pc:spChg>
        <pc:spChg chg="del">
          <ac:chgData name="Suchit Pednekar" userId="c396d736a22a4f87" providerId="LiveId" clId="{231984B4-30BD-4EFC-98BF-7326F28ED12A}" dt="2025-03-02T19:07:59.816" v="178" actId="478"/>
          <ac:spMkLst>
            <pc:docMk/>
            <pc:sldMk cId="2725700766" sldId="261"/>
            <ac:spMk id="3" creationId="{C537865F-CEEE-D7AA-4743-FF269DC80776}"/>
          </ac:spMkLst>
        </pc:spChg>
        <pc:spChg chg="add mod">
          <ac:chgData name="Suchit Pednekar" userId="c396d736a22a4f87" providerId="LiveId" clId="{231984B4-30BD-4EFC-98BF-7326F28ED12A}" dt="2025-03-02T19:09:13.980" v="190" actId="255"/>
          <ac:spMkLst>
            <pc:docMk/>
            <pc:sldMk cId="2725700766" sldId="261"/>
            <ac:spMk id="5" creationId="{BA222F1E-A1A5-8418-5CA3-0C302506F682}"/>
          </ac:spMkLst>
        </pc:spChg>
        <pc:spChg chg="add mod">
          <ac:chgData name="Suchit Pednekar" userId="c396d736a22a4f87" providerId="LiveId" clId="{231984B4-30BD-4EFC-98BF-7326F28ED12A}" dt="2025-03-02T19:15:08.549" v="223" actId="1076"/>
          <ac:spMkLst>
            <pc:docMk/>
            <pc:sldMk cId="2725700766" sldId="261"/>
            <ac:spMk id="6" creationId="{8D1CF729-AC8A-5020-584D-E4918CD3F782}"/>
          </ac:spMkLst>
        </pc:spChg>
        <pc:spChg chg="add mod">
          <ac:chgData name="Suchit Pednekar" userId="c396d736a22a4f87" providerId="LiveId" clId="{231984B4-30BD-4EFC-98BF-7326F28ED12A}" dt="2025-03-02T19:11:55.863" v="192" actId="1076"/>
          <ac:spMkLst>
            <pc:docMk/>
            <pc:sldMk cId="2725700766" sldId="261"/>
            <ac:spMk id="7" creationId="{BE674249-1383-3FB7-7203-C9F203714287}"/>
          </ac:spMkLst>
        </pc:spChg>
        <pc:spChg chg="add mod">
          <ac:chgData name="Suchit Pednekar" userId="c396d736a22a4f87" providerId="LiveId" clId="{231984B4-30BD-4EFC-98BF-7326F28ED12A}" dt="2025-03-02T19:12:34.130" v="194" actId="1076"/>
          <ac:spMkLst>
            <pc:docMk/>
            <pc:sldMk cId="2725700766" sldId="261"/>
            <ac:spMk id="8" creationId="{2820FF13-1937-358F-429B-A7DEACB41BF3}"/>
          </ac:spMkLst>
        </pc:spChg>
        <pc:spChg chg="add mod">
          <ac:chgData name="Suchit Pednekar" userId="c396d736a22a4f87" providerId="LiveId" clId="{231984B4-30BD-4EFC-98BF-7326F28ED12A}" dt="2025-03-02T19:12:37.283" v="195" actId="1076"/>
          <ac:spMkLst>
            <pc:docMk/>
            <pc:sldMk cId="2725700766" sldId="261"/>
            <ac:spMk id="9" creationId="{DBA53ADB-FF66-7AEB-1810-FDEBC253B9F3}"/>
          </ac:spMkLst>
        </pc:spChg>
        <pc:spChg chg="add mod">
          <ac:chgData name="Suchit Pednekar" userId="c396d736a22a4f87" providerId="LiveId" clId="{231984B4-30BD-4EFC-98BF-7326F28ED12A}" dt="2025-03-02T19:12:41.168" v="196" actId="1076"/>
          <ac:spMkLst>
            <pc:docMk/>
            <pc:sldMk cId="2725700766" sldId="261"/>
            <ac:spMk id="10" creationId="{A64E510E-34FA-D91B-A4E3-D9C56469BD85}"/>
          </ac:spMkLst>
        </pc:spChg>
        <pc:spChg chg="add mod">
          <ac:chgData name="Suchit Pednekar" userId="c396d736a22a4f87" providerId="LiveId" clId="{231984B4-30BD-4EFC-98BF-7326F28ED12A}" dt="2025-03-02T19:12:51.983" v="197"/>
          <ac:spMkLst>
            <pc:docMk/>
            <pc:sldMk cId="2725700766" sldId="261"/>
            <ac:spMk id="12" creationId="{E090E070-68E8-6EAC-DEA8-7F648F4B639D}"/>
          </ac:spMkLst>
        </pc:spChg>
        <pc:spChg chg="add mod">
          <ac:chgData name="Suchit Pednekar" userId="c396d736a22a4f87" providerId="LiveId" clId="{231984B4-30BD-4EFC-98BF-7326F28ED12A}" dt="2025-03-02T19:12:51.983" v="197"/>
          <ac:spMkLst>
            <pc:docMk/>
            <pc:sldMk cId="2725700766" sldId="261"/>
            <ac:spMk id="13" creationId="{4129ED74-311A-898C-96DE-0294102276B5}"/>
          </ac:spMkLst>
        </pc:spChg>
        <pc:spChg chg="add mod">
          <ac:chgData name="Suchit Pednekar" userId="c396d736a22a4f87" providerId="LiveId" clId="{231984B4-30BD-4EFC-98BF-7326F28ED12A}" dt="2025-03-02T19:12:51.983" v="197"/>
          <ac:spMkLst>
            <pc:docMk/>
            <pc:sldMk cId="2725700766" sldId="261"/>
            <ac:spMk id="14" creationId="{AABE6981-1EFA-2021-F8FA-350A764E891B}"/>
          </ac:spMkLst>
        </pc:spChg>
        <pc:spChg chg="add mod">
          <ac:chgData name="Suchit Pednekar" userId="c396d736a22a4f87" providerId="LiveId" clId="{231984B4-30BD-4EFC-98BF-7326F28ED12A}" dt="2025-03-02T19:12:51.983" v="197"/>
          <ac:spMkLst>
            <pc:docMk/>
            <pc:sldMk cId="2725700766" sldId="261"/>
            <ac:spMk id="15" creationId="{E1395D27-41A8-2630-548A-8F2C90D987F2}"/>
          </ac:spMkLst>
        </pc:spChg>
        <pc:spChg chg="add mod">
          <ac:chgData name="Suchit Pednekar" userId="c396d736a22a4f87" providerId="LiveId" clId="{231984B4-30BD-4EFC-98BF-7326F28ED12A}" dt="2025-03-02T19:12:51.983" v="197"/>
          <ac:spMkLst>
            <pc:docMk/>
            <pc:sldMk cId="2725700766" sldId="261"/>
            <ac:spMk id="16" creationId="{A4407C1C-9E5C-9584-5A87-E0D6B4105A58}"/>
          </ac:spMkLst>
        </pc:spChg>
        <pc:spChg chg="add mod">
          <ac:chgData name="Suchit Pednekar" userId="c396d736a22a4f87" providerId="LiveId" clId="{231984B4-30BD-4EFC-98BF-7326F28ED12A}" dt="2025-03-02T19:12:51.983" v="197"/>
          <ac:spMkLst>
            <pc:docMk/>
            <pc:sldMk cId="2725700766" sldId="261"/>
            <ac:spMk id="17" creationId="{0BA173C6-65B1-895A-A9F4-FDCDDD94BE3B}"/>
          </ac:spMkLst>
        </pc:spChg>
        <pc:spChg chg="add mod">
          <ac:chgData name="Suchit Pednekar" userId="c396d736a22a4f87" providerId="LiveId" clId="{231984B4-30BD-4EFC-98BF-7326F28ED12A}" dt="2025-03-02T19:12:56.037" v="198"/>
          <ac:spMkLst>
            <pc:docMk/>
            <pc:sldMk cId="2725700766" sldId="261"/>
            <ac:spMk id="19" creationId="{959DA66D-9A01-A92B-8B80-40C5DFCFF791}"/>
          </ac:spMkLst>
        </pc:spChg>
        <pc:spChg chg="add mod">
          <ac:chgData name="Suchit Pednekar" userId="c396d736a22a4f87" providerId="LiveId" clId="{231984B4-30BD-4EFC-98BF-7326F28ED12A}" dt="2025-03-02T19:12:56.037" v="198"/>
          <ac:spMkLst>
            <pc:docMk/>
            <pc:sldMk cId="2725700766" sldId="261"/>
            <ac:spMk id="20" creationId="{F228C42C-2725-26FC-8695-4C1DD74E978D}"/>
          </ac:spMkLst>
        </pc:spChg>
        <pc:spChg chg="add mod">
          <ac:chgData name="Suchit Pednekar" userId="c396d736a22a4f87" providerId="LiveId" clId="{231984B4-30BD-4EFC-98BF-7326F28ED12A}" dt="2025-03-02T19:12:56.037" v="198"/>
          <ac:spMkLst>
            <pc:docMk/>
            <pc:sldMk cId="2725700766" sldId="261"/>
            <ac:spMk id="21" creationId="{CA40D063-8A37-B716-10B2-AD13C1DB2086}"/>
          </ac:spMkLst>
        </pc:spChg>
        <pc:spChg chg="add mod">
          <ac:chgData name="Suchit Pednekar" userId="c396d736a22a4f87" providerId="LiveId" clId="{231984B4-30BD-4EFC-98BF-7326F28ED12A}" dt="2025-03-02T19:12:56.037" v="198"/>
          <ac:spMkLst>
            <pc:docMk/>
            <pc:sldMk cId="2725700766" sldId="261"/>
            <ac:spMk id="22" creationId="{F29BDF1B-0776-AFC8-D491-E100CA3293B1}"/>
          </ac:spMkLst>
        </pc:spChg>
        <pc:spChg chg="add mod">
          <ac:chgData name="Suchit Pednekar" userId="c396d736a22a4f87" providerId="LiveId" clId="{231984B4-30BD-4EFC-98BF-7326F28ED12A}" dt="2025-03-02T19:12:56.037" v="198"/>
          <ac:spMkLst>
            <pc:docMk/>
            <pc:sldMk cId="2725700766" sldId="261"/>
            <ac:spMk id="23" creationId="{57607114-ED9A-3B9B-7382-3BCD3ACCE209}"/>
          </ac:spMkLst>
        </pc:spChg>
        <pc:spChg chg="add mod">
          <ac:chgData name="Suchit Pednekar" userId="c396d736a22a4f87" providerId="LiveId" clId="{231984B4-30BD-4EFC-98BF-7326F28ED12A}" dt="2025-03-02T19:12:56.037" v="198"/>
          <ac:spMkLst>
            <pc:docMk/>
            <pc:sldMk cId="2725700766" sldId="261"/>
            <ac:spMk id="24" creationId="{3DE4C3B6-C847-1D4C-2D8D-89C37130A5AF}"/>
          </ac:spMkLst>
        </pc:spChg>
        <pc:spChg chg="add mod">
          <ac:chgData name="Suchit Pednekar" userId="c396d736a22a4f87" providerId="LiveId" clId="{231984B4-30BD-4EFC-98BF-7326F28ED12A}" dt="2025-03-02T19:15:05.541" v="222" actId="1076"/>
          <ac:spMkLst>
            <pc:docMk/>
            <pc:sldMk cId="2725700766" sldId="261"/>
            <ac:spMk id="26" creationId="{D88AEE51-58CB-2668-C4A2-ECB61B83F437}"/>
          </ac:spMkLst>
        </pc:spChg>
        <pc:spChg chg="add mod">
          <ac:chgData name="Suchit Pednekar" userId="c396d736a22a4f87" providerId="LiveId" clId="{231984B4-30BD-4EFC-98BF-7326F28ED12A}" dt="2025-03-02T19:14:15.262" v="212" actId="1076"/>
          <ac:spMkLst>
            <pc:docMk/>
            <pc:sldMk cId="2725700766" sldId="261"/>
            <ac:spMk id="28" creationId="{E3F4461E-8DC9-8DAC-EC15-EB340681FAEA}"/>
          </ac:spMkLst>
        </pc:spChg>
        <pc:spChg chg="add mod">
          <ac:chgData name="Suchit Pednekar" userId="c396d736a22a4f87" providerId="LiveId" clId="{231984B4-30BD-4EFC-98BF-7326F28ED12A}" dt="2025-03-02T19:15:15.296" v="224" actId="255"/>
          <ac:spMkLst>
            <pc:docMk/>
            <pc:sldMk cId="2725700766" sldId="261"/>
            <ac:spMk id="30" creationId="{23AD9618-7363-1CD2-56D2-3E45AF34D996}"/>
          </ac:spMkLst>
        </pc:spChg>
        <pc:spChg chg="add del mod">
          <ac:chgData name="Suchit Pednekar" userId="c396d736a22a4f87" providerId="LiveId" clId="{231984B4-30BD-4EFC-98BF-7326F28ED12A}" dt="2025-03-02T19:14:35.403" v="216" actId="478"/>
          <ac:spMkLst>
            <pc:docMk/>
            <pc:sldMk cId="2725700766" sldId="261"/>
            <ac:spMk id="31" creationId="{7BBE21FE-06F9-BEEE-17C8-68E7FDE1FD3C}"/>
          </ac:spMkLst>
        </pc:spChg>
        <pc:spChg chg="add mod">
          <ac:chgData name="Suchit Pednekar" userId="c396d736a22a4f87" providerId="LiveId" clId="{231984B4-30BD-4EFC-98BF-7326F28ED12A}" dt="2025-03-02T19:14:53.142" v="219" actId="1076"/>
          <ac:spMkLst>
            <pc:docMk/>
            <pc:sldMk cId="2725700766" sldId="261"/>
            <ac:spMk id="33" creationId="{67C6DBD2-A70A-B66B-AA25-704D1E0628B6}"/>
          </ac:spMkLst>
        </pc:spChg>
        <pc:spChg chg="add mod">
          <ac:chgData name="Suchit Pednekar" userId="c396d736a22a4f87" providerId="LiveId" clId="{231984B4-30BD-4EFC-98BF-7326F28ED12A}" dt="2025-03-02T19:15:28.548" v="226" actId="1076"/>
          <ac:spMkLst>
            <pc:docMk/>
            <pc:sldMk cId="2725700766" sldId="261"/>
            <ac:spMk id="35" creationId="{2D4AFD5C-2968-AE5F-7322-D9BE06D2C363}"/>
          </ac:spMkLst>
        </pc:spChg>
        <pc:spChg chg="add mod">
          <ac:chgData name="Suchit Pednekar" userId="c396d736a22a4f87" providerId="LiveId" clId="{231984B4-30BD-4EFC-98BF-7326F28ED12A}" dt="2025-03-02T19:15:41.794" v="229" actId="255"/>
          <ac:spMkLst>
            <pc:docMk/>
            <pc:sldMk cId="2725700766" sldId="261"/>
            <ac:spMk id="37" creationId="{E2B4E8B0-6B51-4AE0-9897-834BA5CD9FC4}"/>
          </ac:spMkLst>
        </pc:spChg>
        <pc:spChg chg="add mod">
          <ac:chgData name="Suchit Pednekar" userId="c396d736a22a4f87" providerId="LiveId" clId="{231984B4-30BD-4EFC-98BF-7326F28ED12A}" dt="2025-03-02T19:15:56.472" v="231" actId="1076"/>
          <ac:spMkLst>
            <pc:docMk/>
            <pc:sldMk cId="2725700766" sldId="261"/>
            <ac:spMk id="39" creationId="{181B562C-3D01-29D4-2263-19A4CFABC83C}"/>
          </ac:spMkLst>
        </pc:spChg>
        <pc:spChg chg="add mod">
          <ac:chgData name="Suchit Pednekar" userId="c396d736a22a4f87" providerId="LiveId" clId="{231984B4-30BD-4EFC-98BF-7326F28ED12A}" dt="2025-03-02T19:16:13.599" v="234" actId="255"/>
          <ac:spMkLst>
            <pc:docMk/>
            <pc:sldMk cId="2725700766" sldId="261"/>
            <ac:spMk id="41" creationId="{083BBDF5-8F43-F7C4-6161-7457AF8EEF2A}"/>
          </ac:spMkLst>
        </pc:spChg>
        <pc:picChg chg="add mod">
          <ac:chgData name="Suchit Pednekar" userId="c396d736a22a4f87" providerId="LiveId" clId="{231984B4-30BD-4EFC-98BF-7326F28ED12A}" dt="2025-03-02T19:13:44.397" v="207" actId="1076"/>
          <ac:picMkLst>
            <pc:docMk/>
            <pc:sldMk cId="2725700766" sldId="261"/>
            <ac:picMk id="4" creationId="{03C74A78-598A-4D8F-3C7F-4053D96B1D22}"/>
          </ac:picMkLst>
        </pc:picChg>
        <pc:picChg chg="add mod">
          <ac:chgData name="Suchit Pednekar" userId="c396d736a22a4f87" providerId="LiveId" clId="{231984B4-30BD-4EFC-98BF-7326F28ED12A}" dt="2025-03-02T19:12:51.983" v="197"/>
          <ac:picMkLst>
            <pc:docMk/>
            <pc:sldMk cId="2725700766" sldId="261"/>
            <ac:picMk id="11" creationId="{091A788A-3B55-D4A3-0DFA-B240869A0D5A}"/>
          </ac:picMkLst>
        </pc:picChg>
        <pc:picChg chg="add mod">
          <ac:chgData name="Suchit Pednekar" userId="c396d736a22a4f87" providerId="LiveId" clId="{231984B4-30BD-4EFC-98BF-7326F28ED12A}" dt="2025-03-02T19:12:56.037" v="198"/>
          <ac:picMkLst>
            <pc:docMk/>
            <pc:sldMk cId="2725700766" sldId="261"/>
            <ac:picMk id="18" creationId="{CB72DCFB-F091-4222-2475-1F0F7DA6AA5D}"/>
          </ac:picMkLst>
        </pc:picChg>
      </pc:sldChg>
      <pc:sldChg chg="addSp delSp modSp new mod">
        <pc:chgData name="Suchit Pednekar" userId="c396d736a22a4f87" providerId="LiveId" clId="{231984B4-30BD-4EFC-98BF-7326F28ED12A}" dt="2025-03-02T19:30:49.416" v="420" actId="1076"/>
        <pc:sldMkLst>
          <pc:docMk/>
          <pc:sldMk cId="1573760067" sldId="262"/>
        </pc:sldMkLst>
        <pc:spChg chg="del">
          <ac:chgData name="Suchit Pednekar" userId="c396d736a22a4f87" providerId="LiveId" clId="{231984B4-30BD-4EFC-98BF-7326F28ED12A}" dt="2025-03-02T19:16:51.905" v="237" actId="478"/>
          <ac:spMkLst>
            <pc:docMk/>
            <pc:sldMk cId="1573760067" sldId="262"/>
            <ac:spMk id="2" creationId="{A369FB67-4385-DB31-7FFB-209F39E8E0AF}"/>
          </ac:spMkLst>
        </pc:spChg>
        <pc:spChg chg="del">
          <ac:chgData name="Suchit Pednekar" userId="c396d736a22a4f87" providerId="LiveId" clId="{231984B4-30BD-4EFC-98BF-7326F28ED12A}" dt="2025-03-02T19:16:49.199" v="236" actId="478"/>
          <ac:spMkLst>
            <pc:docMk/>
            <pc:sldMk cId="1573760067" sldId="262"/>
            <ac:spMk id="3" creationId="{FCB00BDA-6234-27D8-E85E-F35EC3FBF8A4}"/>
          </ac:spMkLst>
        </pc:spChg>
        <pc:spChg chg="add del">
          <ac:chgData name="Suchit Pednekar" userId="c396d736a22a4f87" providerId="LiveId" clId="{231984B4-30BD-4EFC-98BF-7326F28ED12A}" dt="2025-03-02T19:16:56.263" v="239" actId="478"/>
          <ac:spMkLst>
            <pc:docMk/>
            <pc:sldMk cId="1573760067" sldId="262"/>
            <ac:spMk id="5" creationId="{65F121E8-FD33-F831-46CD-09F472C94996}"/>
          </ac:spMkLst>
        </pc:spChg>
        <pc:spChg chg="add mod">
          <ac:chgData name="Suchit Pednekar" userId="c396d736a22a4f87" providerId="LiveId" clId="{231984B4-30BD-4EFC-98BF-7326F28ED12A}" dt="2025-03-02T19:30:29.370" v="414" actId="207"/>
          <ac:spMkLst>
            <pc:docMk/>
            <pc:sldMk cId="1573760067" sldId="262"/>
            <ac:spMk id="6" creationId="{3CF1B891-9487-E426-05E3-DF4FD7513047}"/>
          </ac:spMkLst>
        </pc:spChg>
        <pc:spChg chg="add mod">
          <ac:chgData name="Suchit Pednekar" userId="c396d736a22a4f87" providerId="LiveId" clId="{231984B4-30BD-4EFC-98BF-7326F28ED12A}" dt="2025-03-02T19:30:39.133" v="416" actId="13822"/>
          <ac:spMkLst>
            <pc:docMk/>
            <pc:sldMk cId="1573760067" sldId="262"/>
            <ac:spMk id="7" creationId="{CFC5EEDF-18D0-C50B-02D3-00C0A4258553}"/>
          </ac:spMkLst>
        </pc:spChg>
        <pc:spChg chg="add mod">
          <ac:chgData name="Suchit Pednekar" userId="c396d736a22a4f87" providerId="LiveId" clId="{231984B4-30BD-4EFC-98BF-7326F28ED12A}" dt="2025-03-02T19:30:48.991" v="419" actId="13822"/>
          <ac:spMkLst>
            <pc:docMk/>
            <pc:sldMk cId="1573760067" sldId="262"/>
            <ac:spMk id="8" creationId="{6197F909-AB8A-E85A-6714-D925C9EC75B7}"/>
          </ac:spMkLst>
        </pc:spChg>
        <pc:spChg chg="mod">
          <ac:chgData name="Suchit Pednekar" userId="c396d736a22a4f87" providerId="LiveId" clId="{231984B4-30BD-4EFC-98BF-7326F28ED12A}" dt="2025-03-02T19:30:26.306" v="413" actId="13822"/>
          <ac:spMkLst>
            <pc:docMk/>
            <pc:sldMk cId="1573760067" sldId="262"/>
            <ac:spMk id="9" creationId="{43208B5C-13B7-5B89-9B5C-4843338A2F40}"/>
          </ac:spMkLst>
        </pc:spChg>
        <pc:spChg chg="add mod">
          <ac:chgData name="Suchit Pednekar" userId="c396d736a22a4f87" providerId="LiveId" clId="{231984B4-30BD-4EFC-98BF-7326F28ED12A}" dt="2025-03-02T19:19:01.005" v="260" actId="255"/>
          <ac:spMkLst>
            <pc:docMk/>
            <pc:sldMk cId="1573760067" sldId="262"/>
            <ac:spMk id="10" creationId="{55BF50FF-9A93-2273-0C21-ECED5B4F8CE7}"/>
          </ac:spMkLst>
        </pc:spChg>
        <pc:spChg chg="mod">
          <ac:chgData name="Suchit Pednekar" userId="c396d736a22a4f87" providerId="LiveId" clId="{231984B4-30BD-4EFC-98BF-7326F28ED12A}" dt="2025-03-02T19:20:36.065" v="278" actId="1076"/>
          <ac:spMkLst>
            <pc:docMk/>
            <pc:sldMk cId="1573760067" sldId="262"/>
            <ac:spMk id="11" creationId="{BF100C77-3F3D-12D5-4FB2-F142CC15E970}"/>
          </ac:spMkLst>
        </pc:spChg>
        <pc:spChg chg="mod">
          <ac:chgData name="Suchit Pednekar" userId="c396d736a22a4f87" providerId="LiveId" clId="{231984B4-30BD-4EFC-98BF-7326F28ED12A}" dt="2025-03-02T19:30:46.317" v="418" actId="13822"/>
          <ac:spMkLst>
            <pc:docMk/>
            <pc:sldMk cId="1573760067" sldId="262"/>
            <ac:spMk id="12" creationId="{180D6A7F-FBF0-740E-5EEC-55CE3436B3BB}"/>
          </ac:spMkLst>
        </pc:spChg>
        <pc:spChg chg="add mod">
          <ac:chgData name="Suchit Pednekar" userId="c396d736a22a4f87" providerId="LiveId" clId="{231984B4-30BD-4EFC-98BF-7326F28ED12A}" dt="2025-03-02T19:29:59.157" v="408" actId="13822"/>
          <ac:spMkLst>
            <pc:docMk/>
            <pc:sldMk cId="1573760067" sldId="262"/>
            <ac:spMk id="13" creationId="{4595ACD9-4AEB-C773-7287-FEFF51A58DEE}"/>
          </ac:spMkLst>
        </pc:spChg>
        <pc:spChg chg="mod">
          <ac:chgData name="Suchit Pednekar" userId="c396d736a22a4f87" providerId="LiveId" clId="{231984B4-30BD-4EFC-98BF-7326F28ED12A}" dt="2025-03-02T19:19:11.570" v="262" actId="1076"/>
          <ac:spMkLst>
            <pc:docMk/>
            <pc:sldMk cId="1573760067" sldId="262"/>
            <ac:spMk id="14" creationId="{4AB19F38-31B2-8018-F049-9797D6F19A3D}"/>
          </ac:spMkLst>
        </pc:spChg>
        <pc:spChg chg="add mod">
          <ac:chgData name="Suchit Pednekar" userId="c396d736a22a4f87" providerId="LiveId" clId="{231984B4-30BD-4EFC-98BF-7326F28ED12A}" dt="2025-03-02T19:20:30.415" v="276" actId="1076"/>
          <ac:spMkLst>
            <pc:docMk/>
            <pc:sldMk cId="1573760067" sldId="262"/>
            <ac:spMk id="15" creationId="{52022F74-7BA3-AC48-CE23-8B1B98EB67F7}"/>
          </ac:spMkLst>
        </pc:spChg>
        <pc:spChg chg="add mod">
          <ac:chgData name="Suchit Pednekar" userId="c396d736a22a4f87" providerId="LiveId" clId="{231984B4-30BD-4EFC-98BF-7326F28ED12A}" dt="2025-03-02T19:30:42.510" v="417" actId="13822"/>
          <ac:spMkLst>
            <pc:docMk/>
            <pc:sldMk cId="1573760067" sldId="262"/>
            <ac:spMk id="16" creationId="{915D4288-F79B-3B8C-7732-85F92AC55BB3}"/>
          </ac:spMkLst>
        </pc:spChg>
        <pc:spChg chg="mod">
          <ac:chgData name="Suchit Pednekar" userId="c396d736a22a4f87" providerId="LiveId" clId="{231984B4-30BD-4EFC-98BF-7326F28ED12A}" dt="2025-03-02T19:30:17.599" v="411" actId="13822"/>
          <ac:spMkLst>
            <pc:docMk/>
            <pc:sldMk cId="1573760067" sldId="262"/>
            <ac:spMk id="17" creationId="{02278B77-0637-C43C-ED9B-8E7E410904C1}"/>
          </ac:spMkLst>
        </pc:spChg>
        <pc:spChg chg="add mod">
          <ac:chgData name="Suchit Pednekar" userId="c396d736a22a4f87" providerId="LiveId" clId="{231984B4-30BD-4EFC-98BF-7326F28ED12A}" dt="2025-03-02T19:19:28.499" v="266" actId="1076"/>
          <ac:spMkLst>
            <pc:docMk/>
            <pc:sldMk cId="1573760067" sldId="262"/>
            <ac:spMk id="18" creationId="{F036DC3B-2B04-9930-45C9-D625BE866B1E}"/>
          </ac:spMkLst>
        </pc:spChg>
        <pc:spChg chg="mod">
          <ac:chgData name="Suchit Pednekar" userId="c396d736a22a4f87" providerId="LiveId" clId="{231984B4-30BD-4EFC-98BF-7326F28ED12A}" dt="2025-03-02T19:19:49.375" v="270" actId="1076"/>
          <ac:spMkLst>
            <pc:docMk/>
            <pc:sldMk cId="1573760067" sldId="262"/>
            <ac:spMk id="19" creationId="{B21432EC-25D4-9F3F-16A0-746F4D6520AD}"/>
          </ac:spMkLst>
        </pc:spChg>
        <pc:spChg chg="mod">
          <ac:chgData name="Suchit Pednekar" userId="c396d736a22a4f87" providerId="LiveId" clId="{231984B4-30BD-4EFC-98BF-7326F28ED12A}" dt="2025-03-02T19:30:34.989" v="415" actId="13822"/>
          <ac:spMkLst>
            <pc:docMk/>
            <pc:sldMk cId="1573760067" sldId="262"/>
            <ac:spMk id="20" creationId="{8303257C-8C4D-930F-05AF-5BBB7FC2571D}"/>
          </ac:spMkLst>
        </pc:spChg>
        <pc:spChg chg="add mod">
          <ac:chgData name="Suchit Pednekar" userId="c396d736a22a4f87" providerId="LiveId" clId="{231984B4-30BD-4EFC-98BF-7326F28ED12A}" dt="2025-03-02T19:30:23.775" v="412" actId="13822"/>
          <ac:spMkLst>
            <pc:docMk/>
            <pc:sldMk cId="1573760067" sldId="262"/>
            <ac:spMk id="21" creationId="{E5EFA270-B84C-5AA1-7348-B22376067455}"/>
          </ac:spMkLst>
        </pc:spChg>
        <pc:spChg chg="mod">
          <ac:chgData name="Suchit Pednekar" userId="c396d736a22a4f87" providerId="LiveId" clId="{231984B4-30BD-4EFC-98BF-7326F28ED12A}" dt="2025-03-02T19:20:14.220" v="273" actId="1076"/>
          <ac:spMkLst>
            <pc:docMk/>
            <pc:sldMk cId="1573760067" sldId="262"/>
            <ac:spMk id="22" creationId="{4C0DE9AC-B188-78AF-9653-37CEF3B03575}"/>
          </ac:spMkLst>
        </pc:spChg>
        <pc:spChg chg="add mod">
          <ac:chgData name="Suchit Pednekar" userId="c396d736a22a4f87" providerId="LiveId" clId="{231984B4-30BD-4EFC-98BF-7326F28ED12A}" dt="2025-03-02T19:20:25.705" v="275" actId="1076"/>
          <ac:spMkLst>
            <pc:docMk/>
            <pc:sldMk cId="1573760067" sldId="262"/>
            <ac:spMk id="23" creationId="{EFE1F605-F9A9-D7C1-7696-04625AC8CA4B}"/>
          </ac:spMkLst>
        </pc:spChg>
        <pc:spChg chg="add mod">
          <ac:chgData name="Suchit Pednekar" userId="c396d736a22a4f87" providerId="LiveId" clId="{231984B4-30BD-4EFC-98BF-7326F28ED12A}" dt="2025-03-02T19:30:49.416" v="420" actId="1076"/>
          <ac:spMkLst>
            <pc:docMk/>
            <pc:sldMk cId="1573760067" sldId="262"/>
            <ac:spMk id="27" creationId="{3274E48A-E27D-63A2-CFDB-78CFF7846C6D}"/>
          </ac:spMkLst>
        </pc:spChg>
        <pc:spChg chg="add mod">
          <ac:chgData name="Suchit Pednekar" userId="c396d736a22a4f87" providerId="LiveId" clId="{231984B4-30BD-4EFC-98BF-7326F28ED12A}" dt="2025-03-02T19:20:33.549" v="277" actId="1076"/>
          <ac:spMkLst>
            <pc:docMk/>
            <pc:sldMk cId="1573760067" sldId="262"/>
            <ac:spMk id="28" creationId="{C80BF8EC-6853-EFA6-25C1-17F89DC5C8F0}"/>
          </ac:spMkLst>
        </pc:spChg>
        <pc:spChg chg="add mod">
          <ac:chgData name="Suchit Pednekar" userId="c396d736a22a4f87" providerId="LiveId" clId="{231984B4-30BD-4EFC-98BF-7326F28ED12A}" dt="2025-03-02T19:20:57.977" v="281" actId="1076"/>
          <ac:spMkLst>
            <pc:docMk/>
            <pc:sldMk cId="1573760067" sldId="262"/>
            <ac:spMk id="29" creationId="{A0191AD8-9461-53CF-348C-F1CEC98AF31D}"/>
          </ac:spMkLst>
        </pc:spChg>
        <pc:spChg chg="add mod">
          <ac:chgData name="Suchit Pednekar" userId="c396d736a22a4f87" providerId="LiveId" clId="{231984B4-30BD-4EFC-98BF-7326F28ED12A}" dt="2025-03-02T19:21:07.436" v="283" actId="1076"/>
          <ac:spMkLst>
            <pc:docMk/>
            <pc:sldMk cId="1573760067" sldId="262"/>
            <ac:spMk id="30" creationId="{EEF14622-2069-4BD1-7953-29BF553A6743}"/>
          </ac:spMkLst>
        </pc:spChg>
        <pc:spChg chg="add del mod">
          <ac:chgData name="Suchit Pednekar" userId="c396d736a22a4f87" providerId="LiveId" clId="{231984B4-30BD-4EFC-98BF-7326F28ED12A}" dt="2025-03-02T19:21:27.388" v="286" actId="478"/>
          <ac:spMkLst>
            <pc:docMk/>
            <pc:sldMk cId="1573760067" sldId="262"/>
            <ac:spMk id="31" creationId="{0D3B5E0F-C5F4-2008-FA87-C56E57D5309F}"/>
          </ac:spMkLst>
        </pc:spChg>
        <pc:spChg chg="add mod">
          <ac:chgData name="Suchit Pednekar" userId="c396d736a22a4f87" providerId="LiveId" clId="{231984B4-30BD-4EFC-98BF-7326F28ED12A}" dt="2025-03-02T19:21:48.170" v="291" actId="1076"/>
          <ac:spMkLst>
            <pc:docMk/>
            <pc:sldMk cId="1573760067" sldId="262"/>
            <ac:spMk id="32" creationId="{4651B68D-7B11-8203-2655-BEE31B8C74A5}"/>
          </ac:spMkLst>
        </pc:spChg>
        <pc:picChg chg="add mod">
          <ac:chgData name="Suchit Pednekar" userId="c396d736a22a4f87" providerId="LiveId" clId="{231984B4-30BD-4EFC-98BF-7326F28ED12A}" dt="2025-03-02T19:17:14.896" v="242" actId="14100"/>
          <ac:picMkLst>
            <pc:docMk/>
            <pc:sldMk cId="1573760067" sldId="262"/>
            <ac:picMk id="24" creationId="{1D14D6EC-F31B-3554-EA9E-ACB9085D56F6}"/>
          </ac:picMkLst>
        </pc:picChg>
        <pc:picChg chg="add mod">
          <ac:chgData name="Suchit Pednekar" userId="c396d736a22a4f87" providerId="LiveId" clId="{231984B4-30BD-4EFC-98BF-7326F28ED12A}" dt="2025-03-02T19:18:41.074" v="256"/>
          <ac:picMkLst>
            <pc:docMk/>
            <pc:sldMk cId="1573760067" sldId="262"/>
            <ac:picMk id="25" creationId="{3D81AF96-FE22-D897-9F1B-5934AA626F00}"/>
          </ac:picMkLst>
        </pc:picChg>
      </pc:sldChg>
      <pc:sldChg chg="addSp delSp modSp new mod">
        <pc:chgData name="Suchit Pednekar" userId="c396d736a22a4f87" providerId="LiveId" clId="{231984B4-30BD-4EFC-98BF-7326F28ED12A}" dt="2025-03-02T19:29:42.299" v="406" actId="1076"/>
        <pc:sldMkLst>
          <pc:docMk/>
          <pc:sldMk cId="148147692" sldId="263"/>
        </pc:sldMkLst>
        <pc:spChg chg="del">
          <ac:chgData name="Suchit Pednekar" userId="c396d736a22a4f87" providerId="LiveId" clId="{231984B4-30BD-4EFC-98BF-7326F28ED12A}" dt="2025-03-02T19:22:42.888" v="294" actId="478"/>
          <ac:spMkLst>
            <pc:docMk/>
            <pc:sldMk cId="148147692" sldId="263"/>
            <ac:spMk id="2" creationId="{83426529-2757-76BD-D7B8-F0A8697D58E9}"/>
          </ac:spMkLst>
        </pc:spChg>
        <pc:spChg chg="del">
          <ac:chgData name="Suchit Pednekar" userId="c396d736a22a4f87" providerId="LiveId" clId="{231984B4-30BD-4EFC-98BF-7326F28ED12A}" dt="2025-03-02T19:22:41.823" v="293" actId="478"/>
          <ac:spMkLst>
            <pc:docMk/>
            <pc:sldMk cId="148147692" sldId="263"/>
            <ac:spMk id="3" creationId="{8CE34EA1-F9C5-C9C2-3C23-660D3954D564}"/>
          </ac:spMkLst>
        </pc:spChg>
        <pc:spChg chg="add mod">
          <ac:chgData name="Suchit Pednekar" userId="c396d736a22a4f87" providerId="LiveId" clId="{231984B4-30BD-4EFC-98BF-7326F28ED12A}" dt="2025-03-02T19:29:30.164" v="400" actId="1076"/>
          <ac:spMkLst>
            <pc:docMk/>
            <pc:sldMk cId="148147692" sldId="263"/>
            <ac:spMk id="4" creationId="{B27687C1-F849-B391-67B7-82D7375DB9E6}"/>
          </ac:spMkLst>
        </pc:spChg>
        <pc:spChg chg="add mod">
          <ac:chgData name="Suchit Pednekar" userId="c396d736a22a4f87" providerId="LiveId" clId="{231984B4-30BD-4EFC-98BF-7326F28ED12A}" dt="2025-03-02T19:29:42.074" v="405" actId="1076"/>
          <ac:spMkLst>
            <pc:docMk/>
            <pc:sldMk cId="148147692" sldId="263"/>
            <ac:spMk id="8" creationId="{58B05896-BEDE-BA28-8A3A-3ED0896F6477}"/>
          </ac:spMkLst>
        </pc:spChg>
        <pc:spChg chg="add del mod">
          <ac:chgData name="Suchit Pednekar" userId="c396d736a22a4f87" providerId="LiveId" clId="{231984B4-30BD-4EFC-98BF-7326F28ED12A}" dt="2025-03-02T19:26:13.458" v="356" actId="478"/>
          <ac:spMkLst>
            <pc:docMk/>
            <pc:sldMk cId="148147692" sldId="263"/>
            <ac:spMk id="9" creationId="{C79EF8E5-7EC8-BD9C-4FAB-325E3D6C4576}"/>
          </ac:spMkLst>
        </pc:spChg>
        <pc:spChg chg="add mod">
          <ac:chgData name="Suchit Pednekar" userId="c396d736a22a4f87" providerId="LiveId" clId="{231984B4-30BD-4EFC-98BF-7326F28ED12A}" dt="2025-03-02T19:29:23.597" v="399" actId="1076"/>
          <ac:spMkLst>
            <pc:docMk/>
            <pc:sldMk cId="148147692" sldId="263"/>
            <ac:spMk id="12" creationId="{7862101C-2166-EB24-4177-6953F751B012}"/>
          </ac:spMkLst>
        </pc:spChg>
        <pc:spChg chg="add mod">
          <ac:chgData name="Suchit Pednekar" userId="c396d736a22a4f87" providerId="LiveId" clId="{231984B4-30BD-4EFC-98BF-7326F28ED12A}" dt="2025-03-02T19:29:42.299" v="406" actId="1076"/>
          <ac:spMkLst>
            <pc:docMk/>
            <pc:sldMk cId="148147692" sldId="263"/>
            <ac:spMk id="13" creationId="{82CB7ECA-3F95-D6E4-0B97-118CAF3365FE}"/>
          </ac:spMkLst>
        </pc:spChg>
        <pc:spChg chg="add mod">
          <ac:chgData name="Suchit Pednekar" userId="c396d736a22a4f87" providerId="LiveId" clId="{231984B4-30BD-4EFC-98BF-7326F28ED12A}" dt="2025-03-02T19:29:06.248" v="395" actId="1076"/>
          <ac:spMkLst>
            <pc:docMk/>
            <pc:sldMk cId="148147692" sldId="263"/>
            <ac:spMk id="14" creationId="{AD368B07-7D81-4831-BC35-00F3FEAC126A}"/>
          </ac:spMkLst>
        </pc:spChg>
        <pc:spChg chg="add mod">
          <ac:chgData name="Suchit Pednekar" userId="c396d736a22a4f87" providerId="LiveId" clId="{231984B4-30BD-4EFC-98BF-7326F28ED12A}" dt="2025-03-02T19:28:59.724" v="392" actId="1076"/>
          <ac:spMkLst>
            <pc:docMk/>
            <pc:sldMk cId="148147692" sldId="263"/>
            <ac:spMk id="15" creationId="{08AF4CCD-E483-9CC5-A022-A41F5D35905A}"/>
          </ac:spMkLst>
        </pc:spChg>
        <pc:spChg chg="add mod">
          <ac:chgData name="Suchit Pednekar" userId="c396d736a22a4f87" providerId="LiveId" clId="{231984B4-30BD-4EFC-98BF-7326F28ED12A}" dt="2025-03-02T19:29:15.375" v="397" actId="1076"/>
          <ac:spMkLst>
            <pc:docMk/>
            <pc:sldMk cId="148147692" sldId="263"/>
            <ac:spMk id="16" creationId="{5CC5CD4C-E271-7C4B-0F54-1465D01CC921}"/>
          </ac:spMkLst>
        </pc:spChg>
        <pc:spChg chg="add mod">
          <ac:chgData name="Suchit Pednekar" userId="c396d736a22a4f87" providerId="LiveId" clId="{231984B4-30BD-4EFC-98BF-7326F28ED12A}" dt="2025-03-02T19:28:00.502" v="381" actId="1076"/>
          <ac:spMkLst>
            <pc:docMk/>
            <pc:sldMk cId="148147692" sldId="263"/>
            <ac:spMk id="17" creationId="{31BB9AB8-3581-C449-482E-9B1EFC5273AB}"/>
          </ac:spMkLst>
        </pc:spChg>
        <pc:picChg chg="add del mod">
          <ac:chgData name="Suchit Pednekar" userId="c396d736a22a4f87" providerId="LiveId" clId="{231984B4-30BD-4EFC-98BF-7326F28ED12A}" dt="2025-03-02T19:25:21.853" v="334" actId="478"/>
          <ac:picMkLst>
            <pc:docMk/>
            <pc:sldMk cId="148147692" sldId="263"/>
            <ac:picMk id="5" creationId="{0B670E6A-4950-5F33-8185-29B37DC649E2}"/>
          </ac:picMkLst>
        </pc:picChg>
        <pc:picChg chg="add del mod">
          <ac:chgData name="Suchit Pednekar" userId="c396d736a22a4f87" providerId="LiveId" clId="{231984B4-30BD-4EFC-98BF-7326F28ED12A}" dt="2025-03-02T19:25:22.695" v="335" actId="478"/>
          <ac:picMkLst>
            <pc:docMk/>
            <pc:sldMk cId="148147692" sldId="263"/>
            <ac:picMk id="6" creationId="{A0CC17A1-E203-CFAE-9A1A-2B9DC510FDB1}"/>
          </ac:picMkLst>
        </pc:picChg>
        <pc:picChg chg="add mod">
          <ac:chgData name="Suchit Pednekar" userId="c396d736a22a4f87" providerId="LiveId" clId="{231984B4-30BD-4EFC-98BF-7326F28ED12A}" dt="2025-03-02T19:29:11.967" v="396" actId="1076"/>
          <ac:picMkLst>
            <pc:docMk/>
            <pc:sldMk cId="148147692" sldId="263"/>
            <ac:picMk id="7" creationId="{34E2B492-33BB-8213-4988-78E3A2DC7F91}"/>
          </ac:picMkLst>
        </pc:picChg>
        <pc:picChg chg="add mod">
          <ac:chgData name="Suchit Pednekar" userId="c396d736a22a4f87" providerId="LiveId" clId="{231984B4-30BD-4EFC-98BF-7326F28ED12A}" dt="2025-03-02T19:28:50.009" v="390" actId="1076"/>
          <ac:picMkLst>
            <pc:docMk/>
            <pc:sldMk cId="148147692" sldId="263"/>
            <ac:picMk id="10" creationId="{29517259-646B-A0ED-2B42-0FB63FA319D1}"/>
          </ac:picMkLst>
        </pc:picChg>
        <pc:picChg chg="add mod">
          <ac:chgData name="Suchit Pednekar" userId="c396d736a22a4f87" providerId="LiveId" clId="{231984B4-30BD-4EFC-98BF-7326F28ED12A}" dt="2025-03-02T19:29:02.470" v="394" actId="1076"/>
          <ac:picMkLst>
            <pc:docMk/>
            <pc:sldMk cId="148147692" sldId="263"/>
            <ac:picMk id="11" creationId="{F296FB74-86E7-CAD0-6CA7-ED916A5A16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86BF5-C057-43B8-9D8B-4D59943365D7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8B4F1-B5F3-4E0E-9DA4-68BF7E855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23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8B4F1-B5F3-4E0E-9DA4-68BF7E855B9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42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8B4F1-B5F3-4E0E-9DA4-68BF7E855B9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6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C658-89CA-478E-CE3A-9D28732CF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41C2D-A7D9-C312-CDF5-56A87B8C0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BAF88-3C3C-E277-94B0-ECECBF4E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3D99-F110-4BE8-6FAC-82998E20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B19CA-A658-FFA0-275D-39531658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90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F7CC-DB51-701E-D9D7-66CD8847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B4B4-57DE-3BE8-C961-1E034CEA3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E2A0E-23C0-7BF0-142C-E0F3D2B28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8753-0530-7BDC-8A52-4DAE6277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47973-F2E2-A20F-8BCC-525D1F13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1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D43F-1AF8-216A-6238-6D436770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C2368-B007-50ED-37FA-8FCF5DD6D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76FB1-7F04-A39B-66AE-646A9905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62602-B13D-07BA-65D0-B1D5CF22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3B473-D311-ACCE-0FFB-0C09A394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89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84BC-2C18-A647-CBA9-7EE66EC6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340C8-09C9-174B-8B5C-F16B1D911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3B709-92F3-DB06-DF36-A03D097FA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A5AAF-56A2-A36E-5004-880A061F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6DE6A-4FAD-CD24-369A-80474607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1A98E-ABBF-6FAE-9FEF-9A334774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80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0F5A-AEF7-1F80-7450-CD674E69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EC122-0178-B8D6-79BB-F58B48EE4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9CFB4-6B8D-6032-6C22-AD9B256BC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03845-5CA9-6696-228F-0603F1BFB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8492F-3ED6-3D9B-14DA-75E0F973A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D66157-668B-A062-C31E-64496D48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5D082-4E2F-71DA-58E4-9D743680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5ED5F-391E-A6AD-B36A-F797E6E9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84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C3FB-864F-AF8C-93B3-E2EE6EDA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49C26-43B3-63A6-36FC-2AAFCC87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804D7-675E-1E5D-844A-7ACDD1383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4F283-E019-C6C6-7709-F4A0957C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5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F032F-9EC5-EE24-C8F7-7F263CCA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4CEB6-EBE4-6B2E-8A98-7148A605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B96E-B12C-F9EF-52C9-80FA1A8B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2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48A6-E2A2-512E-B266-397EDAC4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C4E35-ECB0-07B8-D43B-F492209B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E718F-5B82-CE0C-7109-FA12F90DC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DA936-2EE1-7695-B064-33E37886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0FCEB-D5CA-9B41-F99E-8F92C74C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AC98-F500-C91E-6B0E-447275F6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24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512C-4AB0-5070-C46A-1F99C1B6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A4316-B79D-5405-9D76-98622FA9D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6BCF3-341B-40E3-A7B8-1CDC6C844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08775-D9AF-C867-BC0F-B76516B5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3A811-EB32-C879-FD99-8200258D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4FCD-836C-C104-2C97-9127EB61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527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A6D14-E220-F8A1-B98C-BC24CB22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0523B-B8B3-1781-2184-E7301F2B7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96190-737D-1DB4-58AD-29DDABA3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DC77C-45B0-AEFC-2661-5BAE9666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1045F-C2A5-5F11-C86B-3E1B3112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54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34EB6-76EF-4650-D582-FB6A398B8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6ACE5-628A-6ABE-5D9B-8C3E0D6D7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505E1-D5B1-FE39-A22A-BCB61791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6085-CA89-2808-695D-4FBF392C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FF7D-5B79-A029-E6B1-7C589587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48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FA5BE-07A8-E83A-213F-1C10FEC8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B03BD-1C7C-B120-2A9B-2AF7014FD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FDA01-545C-B203-AFAF-7D29FE398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6AB79-3E6F-4616-AEB6-A11154128D94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6B2AF-BFFA-F9C9-A868-218A815BF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B15C5-413C-FC5D-6EE7-84DFC7191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4F06A-A777-45AB-A570-4A8FF2114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9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92DF4-2715-D0DF-5991-4AB897F29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382" y="1"/>
            <a:ext cx="4623618" cy="6935428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3F68A4E-E653-23A9-21C8-19A7FD93E4FA}"/>
              </a:ext>
            </a:extLst>
          </p:cNvPr>
          <p:cNvSpPr/>
          <p:nvPr/>
        </p:nvSpPr>
        <p:spPr>
          <a:xfrm>
            <a:off x="434601" y="1552310"/>
            <a:ext cx="6103852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3000" kern="0" spc="-89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Anti-Sleep Alarm System for Drivers: An Arduino-Based Solution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C1B49DA-D3F3-6E2B-75A5-D68D2D43412A}"/>
              </a:ext>
            </a:extLst>
          </p:cNvPr>
          <p:cNvSpPr/>
          <p:nvPr/>
        </p:nvSpPr>
        <p:spPr>
          <a:xfrm>
            <a:off x="434601" y="3429000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Drowsy driving is dangerous. This project presents a smart system using Arduino to help keep drivers awake. It detects drowsiness in real-time to prevent accidents and improve road safety.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93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BCA166D-132D-E4B6-7980-8C12E92A80D9}"/>
              </a:ext>
            </a:extLst>
          </p:cNvPr>
          <p:cNvSpPr/>
          <p:nvPr/>
        </p:nvSpPr>
        <p:spPr>
          <a:xfrm>
            <a:off x="473930" y="562218"/>
            <a:ext cx="725805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000" kern="0" spc="-89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The Problem: Drowsy Driving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A1A5C36-6681-4F2B-4B6D-E267FE00B695}"/>
              </a:ext>
            </a:extLst>
          </p:cNvPr>
          <p:cNvSpPr/>
          <p:nvPr/>
        </p:nvSpPr>
        <p:spPr>
          <a:xfrm>
            <a:off x="426610" y="23657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Impaired Abilities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D2D21AC-6A15-9F50-9221-2EEF3DAEED34}"/>
              </a:ext>
            </a:extLst>
          </p:cNvPr>
          <p:cNvSpPr/>
          <p:nvPr/>
        </p:nvSpPr>
        <p:spPr>
          <a:xfrm>
            <a:off x="426609" y="2785261"/>
            <a:ext cx="281618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Drowsiness affects reaction time and focus.</a:t>
            </a:r>
            <a:endParaRPr lang="en-US" sz="18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247331F-2D26-499D-2E51-47114F512F33}"/>
              </a:ext>
            </a:extLst>
          </p:cNvPr>
          <p:cNvSpPr/>
          <p:nvPr/>
        </p:nvSpPr>
        <p:spPr>
          <a:xfrm>
            <a:off x="4757053" y="23619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Similar to Alcohol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FDDB9A0-BAE0-F878-84D0-0E67CDEA2E6A}"/>
              </a:ext>
            </a:extLst>
          </p:cNvPr>
          <p:cNvSpPr/>
          <p:nvPr/>
        </p:nvSpPr>
        <p:spPr>
          <a:xfrm>
            <a:off x="3535141" y="2785261"/>
            <a:ext cx="501596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GB" sz="1850" dirty="0"/>
              <a:t>Staying awake for 18 hours affects your body like having a blood alcohol level of 0.05%, which can slow your reactions and make driving unsafe.</a:t>
            </a:r>
            <a:endParaRPr lang="en-US" sz="18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E87009E-C6E9-9BF5-5A4F-84858D519CAA}"/>
              </a:ext>
            </a:extLst>
          </p:cNvPr>
          <p:cNvSpPr/>
          <p:nvPr/>
        </p:nvSpPr>
        <p:spPr>
          <a:xfrm>
            <a:off x="9040177" y="23657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High-Risk Groups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575D3C7-53E2-9E11-BF4A-1C0EE3DC9EAA}"/>
              </a:ext>
            </a:extLst>
          </p:cNvPr>
          <p:cNvSpPr/>
          <p:nvPr/>
        </p:nvSpPr>
        <p:spPr>
          <a:xfrm>
            <a:off x="8843455" y="2785261"/>
            <a:ext cx="30129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GB" sz="1850" dirty="0"/>
              <a:t>Truck drivers and young people are at a higher risk.</a:t>
            </a:r>
            <a:endParaRPr lang="en-US" sz="18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1B823ED-B4C7-6F87-9456-9B73EDA5E1E6}"/>
              </a:ext>
            </a:extLst>
          </p:cNvPr>
          <p:cNvSpPr/>
          <p:nvPr/>
        </p:nvSpPr>
        <p:spPr>
          <a:xfrm>
            <a:off x="473930" y="5354717"/>
            <a:ext cx="1138243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GB" dirty="0"/>
              <a:t>Feeling sleepy slows your thinking, makes you react slower, and leads to bad decisions. Drowsy driving causes huge financial losses every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93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228CCFF-A415-FFD6-F1D4-9DEDD2AFB3E8}"/>
              </a:ext>
            </a:extLst>
          </p:cNvPr>
          <p:cNvSpPr/>
          <p:nvPr/>
        </p:nvSpPr>
        <p:spPr>
          <a:xfrm>
            <a:off x="4833819" y="81564"/>
            <a:ext cx="7003137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000" kern="0" spc="-77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Proposed Solution: Arduino-Based Anti-Sleep Alarm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5937044-D4A5-0472-DE00-5679DDC10637}"/>
              </a:ext>
            </a:extLst>
          </p:cNvPr>
          <p:cNvSpPr/>
          <p:nvPr/>
        </p:nvSpPr>
        <p:spPr>
          <a:xfrm>
            <a:off x="4833819" y="1414502"/>
            <a:ext cx="469940" cy="469940"/>
          </a:xfrm>
          <a:prstGeom prst="roundRect">
            <a:avLst>
              <a:gd name="adj" fmla="val 18668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6B94235-940E-8A2C-C291-38FD58B05F94}"/>
              </a:ext>
            </a:extLst>
          </p:cNvPr>
          <p:cNvSpPr/>
          <p:nvPr/>
        </p:nvSpPr>
        <p:spPr>
          <a:xfrm>
            <a:off x="4995029" y="1502013"/>
            <a:ext cx="14739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DAF53A0-021F-170B-0ED3-E1DF707BBE49}"/>
              </a:ext>
            </a:extLst>
          </p:cNvPr>
          <p:cNvSpPr/>
          <p:nvPr/>
        </p:nvSpPr>
        <p:spPr>
          <a:xfrm>
            <a:off x="5512594" y="1414502"/>
            <a:ext cx="245733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System Overview</a:t>
            </a:r>
            <a:endParaRPr lang="en-US" sz="1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4865D28-2DDC-DF36-E3AB-5146BFE8B54C}"/>
              </a:ext>
            </a:extLst>
          </p:cNvPr>
          <p:cNvSpPr/>
          <p:nvPr/>
        </p:nvSpPr>
        <p:spPr>
          <a:xfrm>
            <a:off x="5565576" y="1735276"/>
            <a:ext cx="7003137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Detects drowsiness and alerts the driver.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B3D7990-055C-3FA2-B64F-5CDD4EE21B77}"/>
              </a:ext>
            </a:extLst>
          </p:cNvPr>
          <p:cNvSpPr/>
          <p:nvPr/>
        </p:nvSpPr>
        <p:spPr>
          <a:xfrm>
            <a:off x="4857571" y="2330383"/>
            <a:ext cx="469940" cy="469940"/>
          </a:xfrm>
          <a:prstGeom prst="roundRect">
            <a:avLst>
              <a:gd name="adj" fmla="val 18668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E276737-4EC5-8B76-17A3-6C55F3DD88BC}"/>
              </a:ext>
            </a:extLst>
          </p:cNvPr>
          <p:cNvSpPr/>
          <p:nvPr/>
        </p:nvSpPr>
        <p:spPr>
          <a:xfrm>
            <a:off x="4995029" y="2428929"/>
            <a:ext cx="14739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0E2BFE1-6A8E-DB47-1549-4B2B9DD14B84}"/>
              </a:ext>
            </a:extLst>
          </p:cNvPr>
          <p:cNvSpPr/>
          <p:nvPr/>
        </p:nvSpPr>
        <p:spPr>
          <a:xfrm>
            <a:off x="5512593" y="2304275"/>
            <a:ext cx="245733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Non-Intrusive</a:t>
            </a:r>
            <a:endParaRPr lang="en-US" sz="1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938377F-8863-90DD-EFDE-BB073D7A631C}"/>
              </a:ext>
            </a:extLst>
          </p:cNvPr>
          <p:cNvSpPr/>
          <p:nvPr/>
        </p:nvSpPr>
        <p:spPr>
          <a:xfrm>
            <a:off x="5512593" y="2561867"/>
            <a:ext cx="7003137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Operates in real-time without distractions.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B0B8C72-60B5-49A7-7387-361ADC9622F6}"/>
              </a:ext>
            </a:extLst>
          </p:cNvPr>
          <p:cNvSpPr/>
          <p:nvPr/>
        </p:nvSpPr>
        <p:spPr>
          <a:xfrm>
            <a:off x="4853640" y="3260575"/>
            <a:ext cx="469940" cy="469940"/>
          </a:xfrm>
          <a:prstGeom prst="roundRect">
            <a:avLst>
              <a:gd name="adj" fmla="val 18668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3028EE8-8755-44A8-104E-D31E32DA594E}"/>
              </a:ext>
            </a:extLst>
          </p:cNvPr>
          <p:cNvSpPr/>
          <p:nvPr/>
        </p:nvSpPr>
        <p:spPr>
          <a:xfrm>
            <a:off x="5014850" y="3348086"/>
            <a:ext cx="14739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839C0B6-6C20-1807-335A-3672F1A24911}"/>
              </a:ext>
            </a:extLst>
          </p:cNvPr>
          <p:cNvSpPr/>
          <p:nvPr/>
        </p:nvSpPr>
        <p:spPr>
          <a:xfrm>
            <a:off x="5512593" y="3204178"/>
            <a:ext cx="245733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Cost-Effective</a:t>
            </a:r>
            <a:endParaRPr lang="en-US" sz="19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E185A07-25E4-BD75-C236-54728D91AB67}"/>
              </a:ext>
            </a:extLst>
          </p:cNvPr>
          <p:cNvSpPr/>
          <p:nvPr/>
        </p:nvSpPr>
        <p:spPr>
          <a:xfrm>
            <a:off x="5512593" y="3464463"/>
            <a:ext cx="7003137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Uses affordable components.</a:t>
            </a:r>
            <a:endParaRPr lang="en-US" sz="16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2362B246-B67A-0F84-12F6-B55D454F2AB5}"/>
              </a:ext>
            </a:extLst>
          </p:cNvPr>
          <p:cNvSpPr/>
          <p:nvPr/>
        </p:nvSpPr>
        <p:spPr>
          <a:xfrm>
            <a:off x="4853640" y="4177479"/>
            <a:ext cx="469940" cy="469940"/>
          </a:xfrm>
          <a:prstGeom prst="roundRect">
            <a:avLst>
              <a:gd name="adj" fmla="val 18668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01EB09A-B014-ADF3-F5B5-1CE74CC8978F}"/>
              </a:ext>
            </a:extLst>
          </p:cNvPr>
          <p:cNvSpPr/>
          <p:nvPr/>
        </p:nvSpPr>
        <p:spPr>
          <a:xfrm>
            <a:off x="5014850" y="4264990"/>
            <a:ext cx="14739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09033A5-8B76-072D-C98A-FA0B7A4A0F27}"/>
              </a:ext>
            </a:extLst>
          </p:cNvPr>
          <p:cNvSpPr/>
          <p:nvPr/>
        </p:nvSpPr>
        <p:spPr>
          <a:xfrm>
            <a:off x="5484790" y="4151486"/>
            <a:ext cx="245733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Working Principle</a:t>
            </a:r>
            <a:endParaRPr lang="en-US" sz="19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09E8351-30A6-C39A-C361-B439261924B5}"/>
              </a:ext>
            </a:extLst>
          </p:cNvPr>
          <p:cNvSpPr/>
          <p:nvPr/>
        </p:nvSpPr>
        <p:spPr>
          <a:xfrm>
            <a:off x="5512593" y="4419306"/>
            <a:ext cx="7003137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Monitors eye closure and head movements.</a:t>
            </a:r>
            <a:endParaRPr lang="en-US" sz="160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9DC816A3-0662-C3F7-A2CB-2C2611E47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4572000" cy="6858000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B30D4FDC-D780-95CB-DA97-403C659AE170}"/>
              </a:ext>
            </a:extLst>
          </p:cNvPr>
          <p:cNvSpPr/>
          <p:nvPr/>
        </p:nvSpPr>
        <p:spPr>
          <a:xfrm>
            <a:off x="4924153" y="5097835"/>
            <a:ext cx="6825395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system provides real-time monitoring. It alerts drivers to prevent accidents. It uses accessible technology.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78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4FB07DD-73CC-53EF-EAC2-C972F0720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49346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1CEBC98-C20D-CCDF-2C5F-FFBDF32C6B78}"/>
              </a:ext>
            </a:extLst>
          </p:cNvPr>
          <p:cNvSpPr/>
          <p:nvPr/>
        </p:nvSpPr>
        <p:spPr>
          <a:xfrm>
            <a:off x="416481" y="2493467"/>
            <a:ext cx="56795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000" kern="0" spc="-89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Hardware Components</a:t>
            </a:r>
            <a:endParaRPr lang="en-US" sz="3000" dirty="0">
              <a:solidFill>
                <a:srgbClr val="FF0000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CC93D56-CA22-94FD-FD84-0E06D4144B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02146" y="3660517"/>
            <a:ext cx="598408" cy="598408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E97247A4-409F-84AD-3899-63B23991095C}"/>
              </a:ext>
            </a:extLst>
          </p:cNvPr>
          <p:cNvSpPr/>
          <p:nvPr/>
        </p:nvSpPr>
        <p:spPr>
          <a:xfrm>
            <a:off x="1203061" y="44094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Arduino Nano</a:t>
            </a:r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37E42E4-A2FB-7591-D66F-2F3216E9CA37}"/>
              </a:ext>
            </a:extLst>
          </p:cNvPr>
          <p:cNvSpPr/>
          <p:nvPr/>
        </p:nvSpPr>
        <p:spPr>
          <a:xfrm>
            <a:off x="1126443" y="4706769"/>
            <a:ext cx="296941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Microcontroller brain.</a:t>
            </a:r>
            <a:endParaRPr lang="en-US" sz="16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15E168D-3C1D-5B9A-B801-35DC7052BF8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43616" y="3652101"/>
            <a:ext cx="598408" cy="598408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F9B1E066-F977-A527-9CE2-FDC323BD6960}"/>
              </a:ext>
            </a:extLst>
          </p:cNvPr>
          <p:cNvSpPr/>
          <p:nvPr/>
        </p:nvSpPr>
        <p:spPr>
          <a:xfrm>
            <a:off x="3743616" y="44094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IR Sensor</a:t>
            </a:r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27FBEE2-12D8-0376-B6AC-8A2E293B96F9}"/>
              </a:ext>
            </a:extLst>
          </p:cNvPr>
          <p:cNvSpPr/>
          <p:nvPr/>
        </p:nvSpPr>
        <p:spPr>
          <a:xfrm>
            <a:off x="3743616" y="4663815"/>
            <a:ext cx="296953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Detects eye closure.</a:t>
            </a: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1C7080BB-76CA-36C2-2669-5DB77944554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85086" y="3622604"/>
            <a:ext cx="598408" cy="598408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2EA2A884-57BE-CAA7-D5B6-FA146A417EF3}"/>
              </a:ext>
            </a:extLst>
          </p:cNvPr>
          <p:cNvSpPr/>
          <p:nvPr/>
        </p:nvSpPr>
        <p:spPr>
          <a:xfrm>
            <a:off x="5985086" y="436067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Accelerometer</a:t>
            </a:r>
            <a:endParaRPr lang="en-US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7A6B333-B45B-86CB-BE5D-E6E355CB0EE5}"/>
              </a:ext>
            </a:extLst>
          </p:cNvPr>
          <p:cNvSpPr/>
          <p:nvPr/>
        </p:nvSpPr>
        <p:spPr>
          <a:xfrm>
            <a:off x="5985086" y="4706769"/>
            <a:ext cx="296953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Measures head movements.</a:t>
            </a:r>
            <a:endParaRPr lang="en-US" sz="160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5B632EBD-B01D-FB39-3455-92012FDE9FA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55420" y="3618629"/>
            <a:ext cx="598408" cy="598408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61D59CB8-B2AF-AD6D-AF12-1827940D12C0}"/>
              </a:ext>
            </a:extLst>
          </p:cNvPr>
          <p:cNvSpPr/>
          <p:nvPr/>
        </p:nvSpPr>
        <p:spPr>
          <a:xfrm>
            <a:off x="8678994" y="436067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Buzzer/Alarm</a:t>
            </a:r>
            <a:endParaRPr lang="en-US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4076C1E-E3B6-86BA-748A-37DF613BD3B6}"/>
              </a:ext>
            </a:extLst>
          </p:cNvPr>
          <p:cNvSpPr/>
          <p:nvPr/>
        </p:nvSpPr>
        <p:spPr>
          <a:xfrm>
            <a:off x="8655420" y="4706769"/>
            <a:ext cx="296953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Provides audible alert.</a:t>
            </a:r>
            <a:endParaRPr lang="en-US" sz="16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72EC53D-CD7F-25AD-BA65-00AC197CB894}"/>
              </a:ext>
            </a:extLst>
          </p:cNvPr>
          <p:cNvSpPr/>
          <p:nvPr/>
        </p:nvSpPr>
        <p:spPr>
          <a:xfrm>
            <a:off x="778731" y="5541608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Key components include the Arduino Nano, IR sensor, and accelerometer. These components are readily available.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04086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28CC2C2-D4E9-6F52-7A03-D9EDBF234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1497" cy="690224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AAC3042-7916-81DE-94D9-57B482FE23FF}"/>
              </a:ext>
            </a:extLst>
          </p:cNvPr>
          <p:cNvSpPr/>
          <p:nvPr/>
        </p:nvSpPr>
        <p:spPr>
          <a:xfrm>
            <a:off x="4908278" y="160186"/>
            <a:ext cx="628209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000" kern="0" spc="-89" dirty="0">
                <a:solidFill>
                  <a:srgbClr val="FF0000"/>
                </a:solidFill>
                <a:latin typeface="Arial" panose="020B0604020202020204" pitchFamily="34" charset="0"/>
                <a:ea typeface="Source Serif Pro Semi Bold" pitchFamily="34" charset="-122"/>
                <a:cs typeface="Arial" panose="020B0604020202020204" pitchFamily="34" charset="0"/>
              </a:rPr>
              <a:t>Software Implementation</a:t>
            </a:r>
            <a:endParaRPr lang="en-US" sz="3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3A03410-E568-C9BA-42AC-95B6156DCF8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3889" y="1068550"/>
            <a:ext cx="1196816" cy="1436251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479B9DD1-DE06-2FB2-28B3-109844176567}"/>
              </a:ext>
            </a:extLst>
          </p:cNvPr>
          <p:cNvSpPr/>
          <p:nvPr/>
        </p:nvSpPr>
        <p:spPr>
          <a:xfrm>
            <a:off x="6324124" y="128937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kern="0" spc="-44" dirty="0">
                <a:solidFill>
                  <a:srgbClr val="272525"/>
                </a:solidFill>
                <a:latin typeface="Arial" panose="020B0604020202020204" pitchFamily="34" charset="0"/>
                <a:ea typeface="Source Serif Pro Semi Bold" pitchFamily="34" charset="-122"/>
                <a:cs typeface="Arial" panose="020B0604020202020204" pitchFamily="34" charset="0"/>
              </a:rPr>
              <a:t>Data Input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497CE0C-FB41-32C2-6AC1-13D9651DFF9F}"/>
              </a:ext>
            </a:extLst>
          </p:cNvPr>
          <p:cNvSpPr/>
          <p:nvPr/>
        </p:nvSpPr>
        <p:spPr>
          <a:xfrm>
            <a:off x="6324124" y="1784916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Arial" panose="020B0604020202020204" pitchFamily="34" charset="0"/>
                <a:ea typeface="Source Sans Pro" pitchFamily="34" charset="-122"/>
                <a:cs typeface="Arial" panose="020B0604020202020204" pitchFamily="34" charset="0"/>
              </a:rPr>
              <a:t>Reads sensor data.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065ADD3-556E-C60D-89B6-F3AC58C30B1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3889" y="2504801"/>
            <a:ext cx="1196816" cy="1436251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7BEEABC7-4B91-057A-190F-CC42CB2CEF9D}"/>
              </a:ext>
            </a:extLst>
          </p:cNvPr>
          <p:cNvSpPr/>
          <p:nvPr/>
        </p:nvSpPr>
        <p:spPr>
          <a:xfrm>
            <a:off x="6324124" y="272562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kern="0" spc="-44" dirty="0">
                <a:solidFill>
                  <a:srgbClr val="272525"/>
                </a:solidFill>
                <a:latin typeface="Arial" panose="020B0604020202020204" pitchFamily="34" charset="0"/>
                <a:ea typeface="Source Serif Pro Semi Bold" pitchFamily="34" charset="-122"/>
                <a:cs typeface="Arial" panose="020B0604020202020204" pitchFamily="34" charset="0"/>
              </a:rPr>
              <a:t>Data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DD068C4-7891-B772-BCF3-59DC806D66E9}"/>
              </a:ext>
            </a:extLst>
          </p:cNvPr>
          <p:cNvSpPr/>
          <p:nvPr/>
        </p:nvSpPr>
        <p:spPr>
          <a:xfrm>
            <a:off x="6324124" y="3221167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Arial" panose="020B0604020202020204" pitchFamily="34" charset="0"/>
                <a:ea typeface="Source Sans Pro" pitchFamily="34" charset="-122"/>
                <a:cs typeface="Arial" panose="020B0604020202020204" pitchFamily="34" charset="0"/>
              </a:rPr>
              <a:t>Identifies patterns.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A82F9F65-BE4C-9CA7-BD29-8ACCA51CA00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3889" y="3941052"/>
            <a:ext cx="1196816" cy="1436251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E6262E68-3F7C-928B-001B-3D11CF4E2338}"/>
              </a:ext>
            </a:extLst>
          </p:cNvPr>
          <p:cNvSpPr/>
          <p:nvPr/>
        </p:nvSpPr>
        <p:spPr>
          <a:xfrm>
            <a:off x="6324124" y="41618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kern="0" spc="-44" dirty="0">
                <a:solidFill>
                  <a:srgbClr val="272525"/>
                </a:solidFill>
                <a:latin typeface="Arial" panose="020B0604020202020204" pitchFamily="34" charset="0"/>
                <a:ea typeface="Source Serif Pro Semi Bold" pitchFamily="34" charset="-122"/>
                <a:cs typeface="Arial" panose="020B0604020202020204" pitchFamily="34" charset="0"/>
              </a:rPr>
              <a:t>Alarm Trigger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5CF7795-AB9E-FFCC-97EC-DBD125CF212B}"/>
              </a:ext>
            </a:extLst>
          </p:cNvPr>
          <p:cNvSpPr/>
          <p:nvPr/>
        </p:nvSpPr>
        <p:spPr>
          <a:xfrm>
            <a:off x="6324124" y="4657418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kern="0" spc="-38" dirty="0">
                <a:solidFill>
                  <a:srgbClr val="272525"/>
                </a:solidFill>
                <a:latin typeface="Arial" panose="020B0604020202020204" pitchFamily="34" charset="0"/>
                <a:ea typeface="Source Sans Pro" pitchFamily="34" charset="-122"/>
                <a:cs typeface="Arial" panose="020B0604020202020204" pitchFamily="34" charset="0"/>
              </a:rPr>
              <a:t>Activates alert on drowsiness detection.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E8B2927-DD22-EC88-755B-44F6D0717356}"/>
              </a:ext>
            </a:extLst>
          </p:cNvPr>
          <p:cNvSpPr/>
          <p:nvPr/>
        </p:nvSpPr>
        <p:spPr>
          <a:xfrm>
            <a:off x="5043889" y="5520892"/>
            <a:ext cx="670565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The Arduino IDE helps with coding. The program reads sensor data and sounds an alarm if it detects drowsiness. The software can be changed if needed.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22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3C74A78-598A-4D8F-3C7F-4053D96B1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4568101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A222F1E-A1A5-8418-5CA3-0C302506F682}"/>
              </a:ext>
            </a:extLst>
          </p:cNvPr>
          <p:cNvSpPr/>
          <p:nvPr/>
        </p:nvSpPr>
        <p:spPr>
          <a:xfrm>
            <a:off x="5583366" y="73392"/>
            <a:ext cx="4609620" cy="50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000" kern="0" spc="-76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System Operation &amp; Testing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D1CF729-AC8A-5020-584D-E4918CD3F782}"/>
              </a:ext>
            </a:extLst>
          </p:cNvPr>
          <p:cNvSpPr/>
          <p:nvPr/>
        </p:nvSpPr>
        <p:spPr>
          <a:xfrm>
            <a:off x="5597097" y="759641"/>
            <a:ext cx="6177253" cy="978949"/>
          </a:xfrm>
          <a:prstGeom prst="roundRect">
            <a:avLst>
              <a:gd name="adj" fmla="val 731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ts val="2550"/>
              </a:lnSpc>
              <a:buNone/>
            </a:pPr>
            <a:endParaRPr lang="en-US" sz="1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674249-1383-3FB7-7203-C9F203714287}"/>
              </a:ext>
            </a:extLst>
          </p:cNvPr>
          <p:cNvSpPr/>
          <p:nvPr/>
        </p:nvSpPr>
        <p:spPr>
          <a:xfrm>
            <a:off x="5583364" y="2047014"/>
            <a:ext cx="6177253" cy="978949"/>
          </a:xfrm>
          <a:prstGeom prst="roundRect">
            <a:avLst>
              <a:gd name="adj" fmla="val 731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820FF13-1937-358F-429B-A7DEACB41BF3}"/>
              </a:ext>
            </a:extLst>
          </p:cNvPr>
          <p:cNvSpPr/>
          <p:nvPr/>
        </p:nvSpPr>
        <p:spPr>
          <a:xfrm>
            <a:off x="5597097" y="3310631"/>
            <a:ext cx="6177253" cy="978949"/>
          </a:xfrm>
          <a:prstGeom prst="roundRect">
            <a:avLst>
              <a:gd name="adj" fmla="val 731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DBA53ADB-FF66-7AEB-1810-FDEBC253B9F3}"/>
              </a:ext>
            </a:extLst>
          </p:cNvPr>
          <p:cNvSpPr/>
          <p:nvPr/>
        </p:nvSpPr>
        <p:spPr>
          <a:xfrm>
            <a:off x="5597097" y="4574248"/>
            <a:ext cx="6177253" cy="978949"/>
          </a:xfrm>
          <a:prstGeom prst="roundRect">
            <a:avLst>
              <a:gd name="adj" fmla="val 731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A64E510E-34FA-D91B-A4E3-D9C56469BD85}"/>
              </a:ext>
            </a:extLst>
          </p:cNvPr>
          <p:cNvSpPr/>
          <p:nvPr/>
        </p:nvSpPr>
        <p:spPr>
          <a:xfrm>
            <a:off x="5597097" y="5801984"/>
            <a:ext cx="6177253" cy="54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GB" dirty="0"/>
              <a:t>The system watches drivers live. It can adjust for different drivers. Tests show it is 90% accurate.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8AEE51-58CB-2668-C4A2-ECB61B83F437}"/>
              </a:ext>
            </a:extLst>
          </p:cNvPr>
          <p:cNvSpPr txBox="1"/>
          <p:nvPr/>
        </p:nvSpPr>
        <p:spPr>
          <a:xfrm>
            <a:off x="5751871" y="1204439"/>
            <a:ext cx="6096000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Tracks eyes and head.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F4461E-8DC9-8DAC-EC15-EB340681FAEA}"/>
              </a:ext>
            </a:extLst>
          </p:cNvPr>
          <p:cNvSpPr txBox="1"/>
          <p:nvPr/>
        </p:nvSpPr>
        <p:spPr>
          <a:xfrm>
            <a:off x="5751871" y="2152408"/>
            <a:ext cx="6096000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350"/>
              </a:lnSpc>
              <a:buNone/>
            </a:pPr>
            <a:r>
              <a:rPr lang="en-US" sz="18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Adjustable Settings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D9618-7363-1CD2-56D2-3E45AF34D996}"/>
              </a:ext>
            </a:extLst>
          </p:cNvPr>
          <p:cNvSpPr txBox="1"/>
          <p:nvPr/>
        </p:nvSpPr>
        <p:spPr>
          <a:xfrm>
            <a:off x="5751871" y="2508350"/>
            <a:ext cx="6096000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Sensitivity calibration for drivers.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C6DBD2-A70A-B66B-AA25-704D1E0628B6}"/>
              </a:ext>
            </a:extLst>
          </p:cNvPr>
          <p:cNvSpPr txBox="1"/>
          <p:nvPr/>
        </p:nvSpPr>
        <p:spPr>
          <a:xfrm>
            <a:off x="5751871" y="866767"/>
            <a:ext cx="6096000" cy="382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350"/>
              </a:lnSpc>
              <a:buNone/>
            </a:pPr>
            <a:r>
              <a:rPr lang="en-US" sz="18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Real-Time Monitoring</a:t>
            </a:r>
            <a:endParaRPr lang="en-US" sz="1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4AFD5C-2968-AE5F-7322-D9BE06D2C363}"/>
              </a:ext>
            </a:extLst>
          </p:cNvPr>
          <p:cNvSpPr txBox="1"/>
          <p:nvPr/>
        </p:nvSpPr>
        <p:spPr>
          <a:xfrm>
            <a:off x="5751871" y="3367914"/>
            <a:ext cx="6096000" cy="382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350"/>
              </a:lnSpc>
              <a:buNone/>
            </a:pPr>
            <a:r>
              <a:rPr lang="en-US" sz="18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Alarm Activation</a:t>
            </a:r>
            <a:endParaRPr lang="en-US" sz="1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B4E8B0-6B51-4AE0-9897-834BA5CD9FC4}"/>
              </a:ext>
            </a:extLst>
          </p:cNvPr>
          <p:cNvSpPr txBox="1"/>
          <p:nvPr/>
        </p:nvSpPr>
        <p:spPr>
          <a:xfrm>
            <a:off x="5751871" y="3759131"/>
            <a:ext cx="6096000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Loud buzzer and visual alert.</a:t>
            </a:r>
            <a:endParaRPr lang="en-US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1B562C-3D01-29D4-2263-19A4CFABC83C}"/>
              </a:ext>
            </a:extLst>
          </p:cNvPr>
          <p:cNvSpPr txBox="1"/>
          <p:nvPr/>
        </p:nvSpPr>
        <p:spPr>
          <a:xfrm>
            <a:off x="5751871" y="4694411"/>
            <a:ext cx="6096000" cy="382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350"/>
              </a:lnSpc>
              <a:buNone/>
            </a:pPr>
            <a:r>
              <a:rPr lang="en-US" sz="18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High Accuracy</a:t>
            </a:r>
            <a:endParaRPr lang="en-US" sz="1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3BBDF5-8F43-F7C4-6161-7457AF8EEF2A}"/>
              </a:ext>
            </a:extLst>
          </p:cNvPr>
          <p:cNvSpPr txBox="1"/>
          <p:nvPr/>
        </p:nvSpPr>
        <p:spPr>
          <a:xfrm>
            <a:off x="5751871" y="5113416"/>
            <a:ext cx="6096000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90% accuracy in tests.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2570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3CF1B891-9487-E426-05E3-DF4FD7513047}"/>
              </a:ext>
            </a:extLst>
          </p:cNvPr>
          <p:cNvSpPr/>
          <p:nvPr/>
        </p:nvSpPr>
        <p:spPr>
          <a:xfrm>
            <a:off x="5160361" y="52276"/>
            <a:ext cx="4848463" cy="606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kern="0" spc="-76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Future Enhancements</a:t>
            </a:r>
            <a:endParaRPr lang="en-US" sz="3800" dirty="0">
              <a:solidFill>
                <a:srgbClr val="FF0000"/>
              </a:solidFill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FC5EEDF-18D0-C50B-02D3-00C0A4258553}"/>
              </a:ext>
            </a:extLst>
          </p:cNvPr>
          <p:cNvSpPr/>
          <p:nvPr/>
        </p:nvSpPr>
        <p:spPr>
          <a:xfrm flipH="1">
            <a:off x="5394630" y="662702"/>
            <a:ext cx="45719" cy="4076462"/>
          </a:xfrm>
          <a:prstGeom prst="roundRect">
            <a:avLst>
              <a:gd name="adj" fmla="val 37859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197F909-AB8A-E85A-6714-D925C9EC75B7}"/>
              </a:ext>
            </a:extLst>
          </p:cNvPr>
          <p:cNvSpPr/>
          <p:nvPr/>
        </p:nvSpPr>
        <p:spPr>
          <a:xfrm>
            <a:off x="5653356" y="1132225"/>
            <a:ext cx="721162" cy="22860"/>
          </a:xfrm>
          <a:prstGeom prst="roundRect">
            <a:avLst>
              <a:gd name="adj" fmla="val 37859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3208B5C-13B7-5B89-9B5C-4843338A2F40}"/>
              </a:ext>
            </a:extLst>
          </p:cNvPr>
          <p:cNvSpPr/>
          <p:nvPr/>
        </p:nvSpPr>
        <p:spPr>
          <a:xfrm>
            <a:off x="5189845" y="923330"/>
            <a:ext cx="463629" cy="463629"/>
          </a:xfrm>
          <a:prstGeom prst="roundRect">
            <a:avLst>
              <a:gd name="adj" fmla="val 18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5BF50FF-9A93-2273-0C21-ECED5B4F8CE7}"/>
              </a:ext>
            </a:extLst>
          </p:cNvPr>
          <p:cNvSpPr/>
          <p:nvPr/>
        </p:nvSpPr>
        <p:spPr>
          <a:xfrm>
            <a:off x="5348913" y="1009650"/>
            <a:ext cx="14537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F100C77-3F3D-12D5-4FB2-F142CC15E970}"/>
              </a:ext>
            </a:extLst>
          </p:cNvPr>
          <p:cNvSpPr/>
          <p:nvPr/>
        </p:nvSpPr>
        <p:spPr>
          <a:xfrm>
            <a:off x="6437769" y="951605"/>
            <a:ext cx="242423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GPS Integration</a:t>
            </a:r>
            <a:endParaRPr lang="en-US" sz="19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80D6A7F-FBF0-740E-5EEC-55CE3436B3BB}"/>
              </a:ext>
            </a:extLst>
          </p:cNvPr>
          <p:cNvSpPr/>
          <p:nvPr/>
        </p:nvSpPr>
        <p:spPr>
          <a:xfrm>
            <a:off x="5653356" y="2065676"/>
            <a:ext cx="721162" cy="22860"/>
          </a:xfrm>
          <a:prstGeom prst="roundRect">
            <a:avLst>
              <a:gd name="adj" fmla="val 37859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595ACD9-4AEB-C773-7287-FEFF51A58DEE}"/>
              </a:ext>
            </a:extLst>
          </p:cNvPr>
          <p:cNvSpPr/>
          <p:nvPr/>
        </p:nvSpPr>
        <p:spPr>
          <a:xfrm>
            <a:off x="5212643" y="1857214"/>
            <a:ext cx="463629" cy="463629"/>
          </a:xfrm>
          <a:prstGeom prst="roundRect">
            <a:avLst>
              <a:gd name="adj" fmla="val 18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AB19F38-31B2-8018-F049-9797D6F19A3D}"/>
              </a:ext>
            </a:extLst>
          </p:cNvPr>
          <p:cNvSpPr/>
          <p:nvPr/>
        </p:nvSpPr>
        <p:spPr>
          <a:xfrm>
            <a:off x="5372602" y="1983054"/>
            <a:ext cx="14537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2022F74-7BA3-AC48-CE23-8B1B98EB67F7}"/>
              </a:ext>
            </a:extLst>
          </p:cNvPr>
          <p:cNvSpPr/>
          <p:nvPr/>
        </p:nvSpPr>
        <p:spPr>
          <a:xfrm>
            <a:off x="6437769" y="1880679"/>
            <a:ext cx="242423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Data Logging</a:t>
            </a:r>
            <a:endParaRPr lang="en-US" sz="19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15D4288-F79B-3B8C-7732-85F92AC55BB3}"/>
              </a:ext>
            </a:extLst>
          </p:cNvPr>
          <p:cNvSpPr/>
          <p:nvPr/>
        </p:nvSpPr>
        <p:spPr>
          <a:xfrm>
            <a:off x="5645134" y="2941945"/>
            <a:ext cx="721162" cy="22860"/>
          </a:xfrm>
          <a:prstGeom prst="roundRect">
            <a:avLst>
              <a:gd name="adj" fmla="val 37859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2278B77-0637-C43C-ED9B-8E7E410904C1}"/>
              </a:ext>
            </a:extLst>
          </p:cNvPr>
          <p:cNvSpPr/>
          <p:nvPr/>
        </p:nvSpPr>
        <p:spPr>
          <a:xfrm>
            <a:off x="5215702" y="2767312"/>
            <a:ext cx="463629" cy="463629"/>
          </a:xfrm>
          <a:prstGeom prst="roundRect">
            <a:avLst>
              <a:gd name="adj" fmla="val 18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036DC3B-2B04-9930-45C9-D625BE866B1E}"/>
              </a:ext>
            </a:extLst>
          </p:cNvPr>
          <p:cNvSpPr/>
          <p:nvPr/>
        </p:nvSpPr>
        <p:spPr>
          <a:xfrm>
            <a:off x="5394630" y="2853513"/>
            <a:ext cx="14537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21432EC-25D4-9F3F-16A0-746F4D6520AD}"/>
              </a:ext>
            </a:extLst>
          </p:cNvPr>
          <p:cNvSpPr/>
          <p:nvPr/>
        </p:nvSpPr>
        <p:spPr>
          <a:xfrm>
            <a:off x="6437769" y="2790438"/>
            <a:ext cx="242423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Vehicle Integration</a:t>
            </a:r>
            <a:endParaRPr lang="en-US" sz="19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303257C-8C4D-930F-05AF-5BBB7FC2571D}"/>
              </a:ext>
            </a:extLst>
          </p:cNvPr>
          <p:cNvSpPr/>
          <p:nvPr/>
        </p:nvSpPr>
        <p:spPr>
          <a:xfrm>
            <a:off x="5600791" y="3940837"/>
            <a:ext cx="721162" cy="22860"/>
          </a:xfrm>
          <a:prstGeom prst="roundRect">
            <a:avLst>
              <a:gd name="adj" fmla="val 37859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5EFA270-B84C-5AA1-7348-B22376067455}"/>
              </a:ext>
            </a:extLst>
          </p:cNvPr>
          <p:cNvSpPr/>
          <p:nvPr/>
        </p:nvSpPr>
        <p:spPr>
          <a:xfrm>
            <a:off x="5189845" y="3709082"/>
            <a:ext cx="463629" cy="463629"/>
          </a:xfrm>
          <a:prstGeom prst="roundRect">
            <a:avLst>
              <a:gd name="adj" fmla="val 18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C0DE9AC-B188-78AF-9653-37CEF3B03575}"/>
              </a:ext>
            </a:extLst>
          </p:cNvPr>
          <p:cNvSpPr/>
          <p:nvPr/>
        </p:nvSpPr>
        <p:spPr>
          <a:xfrm>
            <a:off x="5348913" y="3795402"/>
            <a:ext cx="14537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FE1F605-F9A9-D7C1-7696-04625AC8CA4B}"/>
              </a:ext>
            </a:extLst>
          </p:cNvPr>
          <p:cNvSpPr/>
          <p:nvPr/>
        </p:nvSpPr>
        <p:spPr>
          <a:xfrm>
            <a:off x="6437769" y="3783258"/>
            <a:ext cx="242423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Machine Learning</a:t>
            </a:r>
            <a:endParaRPr lang="en-US" sz="1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1D14D6EC-F31B-3554-EA9E-ACB9085D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571537" cy="6858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274E48A-E27D-63A2-CFDB-78CFF7846C6D}"/>
              </a:ext>
            </a:extLst>
          </p:cNvPr>
          <p:cNvSpPr txBox="1"/>
          <p:nvPr/>
        </p:nvSpPr>
        <p:spPr>
          <a:xfrm>
            <a:off x="6317381" y="1279406"/>
            <a:ext cx="6096000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Alerts emergency contacts.</a:t>
            </a:r>
            <a:endParaRPr lang="en-US" sz="16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C80BF8EC-6853-EFA6-25C1-17F89DC5C8F0}"/>
              </a:ext>
            </a:extLst>
          </p:cNvPr>
          <p:cNvSpPr/>
          <p:nvPr/>
        </p:nvSpPr>
        <p:spPr>
          <a:xfrm>
            <a:off x="6437769" y="2217205"/>
            <a:ext cx="6259354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Records drowsiness events.</a:t>
            </a:r>
            <a:endParaRPr lang="en-US" sz="16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A0191AD8-9461-53CF-348C-F1CEC98AF31D}"/>
              </a:ext>
            </a:extLst>
          </p:cNvPr>
          <p:cNvSpPr/>
          <p:nvPr/>
        </p:nvSpPr>
        <p:spPr>
          <a:xfrm>
            <a:off x="6437769" y="3172159"/>
            <a:ext cx="6259354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Reduces speed or lane assist activation.</a:t>
            </a:r>
            <a:endParaRPr lang="en-US" sz="16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EEF14622-2069-4BD1-7953-29BF553A6743}"/>
              </a:ext>
            </a:extLst>
          </p:cNvPr>
          <p:cNvSpPr/>
          <p:nvPr/>
        </p:nvSpPr>
        <p:spPr>
          <a:xfrm>
            <a:off x="6437769" y="4172711"/>
            <a:ext cx="6259354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Improves accuracy.</a:t>
            </a:r>
            <a:endParaRPr lang="en-US" sz="160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4651B68D-7B11-8203-2655-BEE31B8C74A5}"/>
              </a:ext>
            </a:extLst>
          </p:cNvPr>
          <p:cNvSpPr/>
          <p:nvPr/>
        </p:nvSpPr>
        <p:spPr>
          <a:xfrm>
            <a:off x="5074104" y="5080949"/>
            <a:ext cx="7117896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GB" sz="1600" dirty="0"/>
              <a:t>Future versions will have GPS and record data. They will also connect with vehicles. Machine learning will make them more accurate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376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27687C1-F849-B391-67B7-82D7375DB9E6}"/>
              </a:ext>
            </a:extLst>
          </p:cNvPr>
          <p:cNvSpPr/>
          <p:nvPr/>
        </p:nvSpPr>
        <p:spPr>
          <a:xfrm>
            <a:off x="3026180" y="422605"/>
            <a:ext cx="897064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000" kern="0" spc="-89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Conclusion: Enhancing Driver Safety</a:t>
            </a:r>
            <a:endParaRPr lang="en-US" sz="3000" dirty="0">
              <a:solidFill>
                <a:srgbClr val="FF0000"/>
              </a:solidFill>
            </a:endParaRP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34E2B492-33BB-8213-4988-78E3A2DC7F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7179566">
            <a:off x="4733059" y="1611193"/>
            <a:ext cx="2989387" cy="2989387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58B05896-BEDE-BA28-8A3A-3ED0896F6477}"/>
              </a:ext>
            </a:extLst>
          </p:cNvPr>
          <p:cNvSpPr/>
          <p:nvPr/>
        </p:nvSpPr>
        <p:spPr>
          <a:xfrm>
            <a:off x="7446992" y="17639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Effective</a:t>
            </a:r>
            <a:endParaRPr lang="en-US" sz="22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29517259-646B-A0ED-2B42-0FB63FA319D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60184" y="1611195"/>
            <a:ext cx="2989387" cy="2989387"/>
          </a:xfrm>
          <a:prstGeom prst="rect">
            <a:avLst/>
          </a:prstGeom>
        </p:spPr>
      </p:pic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F296FB74-86E7-CAD0-6CA7-ED916A5A16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4363717">
            <a:off x="4760183" y="1611195"/>
            <a:ext cx="2989387" cy="2989387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7862101C-2166-EB24-4177-6953F751B012}"/>
              </a:ext>
            </a:extLst>
          </p:cNvPr>
          <p:cNvSpPr/>
          <p:nvPr/>
        </p:nvSpPr>
        <p:spPr>
          <a:xfrm>
            <a:off x="6235532" y="46965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Customizable</a:t>
            </a:r>
            <a:endParaRPr lang="en-US" sz="2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2CB7ECA-3F95-D6E4-0B97-118CAF3365FE}"/>
              </a:ext>
            </a:extLst>
          </p:cNvPr>
          <p:cNvSpPr/>
          <p:nvPr/>
        </p:nvSpPr>
        <p:spPr>
          <a:xfrm>
            <a:off x="1693722" y="28361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Affordable</a:t>
            </a:r>
            <a:endParaRPr lang="en-US" sz="2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D368B07-7D81-4831-BC35-00F3FEAC126A}"/>
              </a:ext>
            </a:extLst>
          </p:cNvPr>
          <p:cNvSpPr/>
          <p:nvPr/>
        </p:nvSpPr>
        <p:spPr>
          <a:xfrm>
            <a:off x="3679788" y="39083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8AF4CCD-E483-9CC5-A022-A41F5D35905A}"/>
              </a:ext>
            </a:extLst>
          </p:cNvPr>
          <p:cNvSpPr/>
          <p:nvPr/>
        </p:nvSpPr>
        <p:spPr>
          <a:xfrm>
            <a:off x="4179901" y="21158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5CC5CD4C-E271-7C4B-0F54-1465D01CC921}"/>
              </a:ext>
            </a:extLst>
          </p:cNvPr>
          <p:cNvSpPr/>
          <p:nvPr/>
        </p:nvSpPr>
        <p:spPr>
          <a:xfrm>
            <a:off x="2443112" y="287652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1BB9AB8-3581-C449-482E-9B1EFC5273AB}"/>
              </a:ext>
            </a:extLst>
          </p:cNvPr>
          <p:cNvSpPr/>
          <p:nvPr/>
        </p:nvSpPr>
        <p:spPr>
          <a:xfrm>
            <a:off x="-381476" y="5718236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GB" dirty="0"/>
              <a:t>This system is a low-cost way to prevent drowsy driving. It can save lives. Anyone can modify it because it is open-source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422</Words>
  <Application>Microsoft Office PowerPoint</Application>
  <PresentationFormat>Widescreen</PresentationFormat>
  <Paragraphs>76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Source Sans Pro</vt:lpstr>
      <vt:lpstr>Source Serif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Suchit Pednekar</dc:creator>
  <cp:lastModifiedBy>Suchit Pednekar</cp:lastModifiedBy>
  <cp:revision>1</cp:revision>
  <dcterms:created xsi:type="dcterms:W3CDTF">2025-03-02T18:48:04Z</dcterms:created>
  <dcterms:modified xsi:type="dcterms:W3CDTF">2025-03-02T19:30:53Z</dcterms:modified>
</cp:coreProperties>
</file>